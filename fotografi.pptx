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chivo Black" charset="1" panose="020B0A03020202020B04"/>
      <p:regular r:id="rId18"/>
    </p:embeddedFont>
    <p:embeddedFont>
      <p:font typeface="Poppins" charset="1" panose="00000500000000000000"/>
      <p:regular r:id="rId19"/>
    </p:embeddedFont>
    <p:embeddedFont>
      <p:font typeface="Open Sans" charset="1" panose="020B0606030504020204"/>
      <p:regular r:id="rId20"/>
    </p:embeddedFont>
    <p:embeddedFont>
      <p:font typeface="Poppins Light Italics" charset="1" panose="00000400000000000000"/>
      <p:regular r:id="rId21"/>
    </p:embeddedFont>
    <p:embeddedFont>
      <p:font typeface="Poppins Bold Italics" charset="1" panose="00000800000000000000"/>
      <p:regular r:id="rId22"/>
    </p:embeddedFont>
    <p:embeddedFont>
      <p:font typeface="Poppins Italics" charset="1" panose="00000500000000000000"/>
      <p:regular r:id="rId23"/>
    </p:embeddedFont>
    <p:embeddedFont>
      <p:font typeface="Poppins Bold" charset="1" panose="00000800000000000000"/>
      <p:regular r:id="rId24"/>
    </p:embeddedFont>
    <p:embeddedFont>
      <p:font typeface="Balloon Extra Bold" charset="1" panose="00000900000000000000"/>
      <p:regular r:id="rId25"/>
    </p:embeddedFont>
    <p:embeddedFont>
      <p:font typeface="Bobby Jones" charset="1" panose="00000000000000000000"/>
      <p:regular r:id="rId26"/>
    </p:embeddedFont>
    <p:embeddedFont>
      <p:font typeface="Alice Bold" charset="1" panose="00000500000000000000"/>
      <p:regular r:id="rId27"/>
    </p:embeddedFont>
    <p:embeddedFont>
      <p:font typeface="Gagalin" charset="1" panose="00000500000000000000"/>
      <p:regular r:id="rId28"/>
    </p:embeddedFont>
    <p:embeddedFont>
      <p:font typeface="Poppins Light" charset="1" panose="000004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jpe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7.jpeg" Type="http://schemas.openxmlformats.org/officeDocument/2006/relationships/image"/><Relationship Id="rId4" Target="../media/image1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svg" Type="http://schemas.openxmlformats.org/officeDocument/2006/relationships/image"/><Relationship Id="rId11" Target="../media/image28.png" Type="http://schemas.openxmlformats.org/officeDocument/2006/relationships/image"/><Relationship Id="rId12" Target="../media/image29.svg" Type="http://schemas.openxmlformats.org/officeDocument/2006/relationships/image"/><Relationship Id="rId13" Target="../media/image30.png" Type="http://schemas.openxmlformats.org/officeDocument/2006/relationships/image"/><Relationship Id="rId14" Target="../media/image31.png" Type="http://schemas.openxmlformats.org/officeDocument/2006/relationships/image"/><Relationship Id="rId15" Target="../media/image32.svg" Type="http://schemas.openxmlformats.org/officeDocument/2006/relationships/image"/><Relationship Id="rId16" Target="../media/image33.png" Type="http://schemas.openxmlformats.org/officeDocument/2006/relationships/image"/><Relationship Id="rId17" Target="../media/image34.svg" Type="http://schemas.openxmlformats.org/officeDocument/2006/relationships/image"/><Relationship Id="rId18" Target="../media/image35.png" Type="http://schemas.openxmlformats.org/officeDocument/2006/relationships/image"/><Relationship Id="rId19" Target="../media/image36.svg" Type="http://schemas.openxmlformats.org/officeDocument/2006/relationships/image"/><Relationship Id="rId2" Target="../media/image19.png" Type="http://schemas.openxmlformats.org/officeDocument/2006/relationships/image"/><Relationship Id="rId20" Target="../media/image37.png" Type="http://schemas.openxmlformats.org/officeDocument/2006/relationships/image"/><Relationship Id="rId21" Target="../media/image38.sv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jpeg" Type="http://schemas.openxmlformats.org/officeDocument/2006/relationships/image"/><Relationship Id="rId3" Target="../media/image46.pn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 Id="rId6" Target="../media/image49.png" Type="http://schemas.openxmlformats.org/officeDocument/2006/relationships/image"/><Relationship Id="rId7" Target="../media/image5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52.jpeg" Type="http://schemas.openxmlformats.org/officeDocument/2006/relationships/image"/><Relationship Id="rId5" Target="../media/image53.jpeg" Type="http://schemas.openxmlformats.org/officeDocument/2006/relationships/image"/><Relationship Id="rId6" Target="../media/image5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jpeg" Type="http://schemas.openxmlformats.org/officeDocument/2006/relationships/image"/><Relationship Id="rId3" Target="../media/image56.png" Type="http://schemas.openxmlformats.org/officeDocument/2006/relationships/image"/><Relationship Id="rId4" Target="../media/image57.svg" Type="http://schemas.openxmlformats.org/officeDocument/2006/relationships/image"/><Relationship Id="rId5" Target="../media/image58.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7744" y="-283567"/>
            <a:ext cx="18663487" cy="1061453"/>
            <a:chOff x="0" y="0"/>
            <a:chExt cx="4915486" cy="279560"/>
          </a:xfrm>
        </p:grpSpPr>
        <p:sp>
          <p:nvSpPr>
            <p:cNvPr name="Freeform 3" id="3"/>
            <p:cNvSpPr/>
            <p:nvPr/>
          </p:nvSpPr>
          <p:spPr>
            <a:xfrm flipH="false" flipV="false" rot="0">
              <a:off x="0" y="0"/>
              <a:ext cx="4915486" cy="279560"/>
            </a:xfrm>
            <a:custGeom>
              <a:avLst/>
              <a:gdLst/>
              <a:ahLst/>
              <a:cxnLst/>
              <a:rect r="r" b="b" t="t" l="l"/>
              <a:pathLst>
                <a:path h="279560" w="4915486">
                  <a:moveTo>
                    <a:pt x="0" y="0"/>
                  </a:moveTo>
                  <a:lnTo>
                    <a:pt x="4915486" y="0"/>
                  </a:lnTo>
                  <a:lnTo>
                    <a:pt x="4915486" y="279560"/>
                  </a:lnTo>
                  <a:lnTo>
                    <a:pt x="0" y="279560"/>
                  </a:lnTo>
                  <a:close/>
                </a:path>
              </a:pathLst>
            </a:custGeom>
            <a:solidFill>
              <a:srgbClr val="4E6AFF"/>
            </a:solidFill>
          </p:spPr>
        </p:sp>
        <p:sp>
          <p:nvSpPr>
            <p:cNvPr name="TextBox 4" id="4"/>
            <p:cNvSpPr txBox="true"/>
            <p:nvPr/>
          </p:nvSpPr>
          <p:spPr>
            <a:xfrm>
              <a:off x="0" y="-57150"/>
              <a:ext cx="4915486" cy="33671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400482" y="1392007"/>
            <a:ext cx="7502985" cy="7502985"/>
          </a:xfrm>
          <a:custGeom>
            <a:avLst/>
            <a:gdLst/>
            <a:ahLst/>
            <a:cxnLst/>
            <a:rect r="r" b="b" t="t" l="l"/>
            <a:pathLst>
              <a:path h="7502985" w="7502985">
                <a:moveTo>
                  <a:pt x="0" y="0"/>
                </a:moveTo>
                <a:lnTo>
                  <a:pt x="7502986" y="0"/>
                </a:lnTo>
                <a:lnTo>
                  <a:pt x="7502986" y="7502986"/>
                </a:lnTo>
                <a:lnTo>
                  <a:pt x="0" y="75029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053230" y="247159"/>
            <a:ext cx="297045" cy="29704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507742" y="247159"/>
            <a:ext cx="297045" cy="29704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6962255" y="247159"/>
            <a:ext cx="297045" cy="29704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5967064" y="3697409"/>
            <a:ext cx="995191" cy="995191"/>
          </a:xfrm>
          <a:custGeom>
            <a:avLst/>
            <a:gdLst/>
            <a:ahLst/>
            <a:cxnLst/>
            <a:rect r="r" b="b" t="t" l="l"/>
            <a:pathLst>
              <a:path h="995191" w="995191">
                <a:moveTo>
                  <a:pt x="0" y="0"/>
                </a:moveTo>
                <a:lnTo>
                  <a:pt x="995191" y="0"/>
                </a:lnTo>
                <a:lnTo>
                  <a:pt x="995191" y="995191"/>
                </a:lnTo>
                <a:lnTo>
                  <a:pt x="0" y="9951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6" id="16"/>
          <p:cNvGrpSpPr/>
          <p:nvPr/>
        </p:nvGrpSpPr>
        <p:grpSpPr>
          <a:xfrm rot="0">
            <a:off x="575975" y="7827332"/>
            <a:ext cx="614993" cy="614993"/>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99F"/>
            </a:solidFill>
          </p:spPr>
        </p:sp>
        <p:sp>
          <p:nvSpPr>
            <p:cNvPr name="TextBox 18" id="18"/>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7358935" y="9357935"/>
            <a:ext cx="575139" cy="575139"/>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D69"/>
            </a:solidFill>
          </p:spPr>
        </p:sp>
        <p:sp>
          <p:nvSpPr>
            <p:cNvPr name="TextBox 21" id="21"/>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87138" y="2466944"/>
            <a:ext cx="385661" cy="385661"/>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100"/>
            </a:solidFill>
          </p:spPr>
        </p:sp>
        <p:sp>
          <p:nvSpPr>
            <p:cNvPr name="TextBox 24" id="2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Freeform 25" id="25"/>
          <p:cNvSpPr/>
          <p:nvPr/>
        </p:nvSpPr>
        <p:spPr>
          <a:xfrm flipH="false" flipV="false" rot="0">
            <a:off x="1244048" y="5838163"/>
            <a:ext cx="1023389" cy="1023389"/>
          </a:xfrm>
          <a:custGeom>
            <a:avLst/>
            <a:gdLst/>
            <a:ahLst/>
            <a:cxnLst/>
            <a:rect r="r" b="b" t="t" l="l"/>
            <a:pathLst>
              <a:path h="1023389" w="1023389">
                <a:moveTo>
                  <a:pt x="0" y="0"/>
                </a:moveTo>
                <a:lnTo>
                  <a:pt x="1023389" y="0"/>
                </a:lnTo>
                <a:lnTo>
                  <a:pt x="1023389" y="1023389"/>
                </a:lnTo>
                <a:lnTo>
                  <a:pt x="0" y="10233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6" id="26"/>
          <p:cNvSpPr/>
          <p:nvPr/>
        </p:nvSpPr>
        <p:spPr>
          <a:xfrm flipH="false" flipV="false" rot="0">
            <a:off x="1755743" y="7088379"/>
            <a:ext cx="3212680" cy="2707892"/>
          </a:xfrm>
          <a:custGeom>
            <a:avLst/>
            <a:gdLst/>
            <a:ahLst/>
            <a:cxnLst/>
            <a:rect r="r" b="b" t="t" l="l"/>
            <a:pathLst>
              <a:path h="2707892" w="3212680">
                <a:moveTo>
                  <a:pt x="0" y="0"/>
                </a:moveTo>
                <a:lnTo>
                  <a:pt x="3212680" y="0"/>
                </a:lnTo>
                <a:lnTo>
                  <a:pt x="3212680" y="2707892"/>
                </a:lnTo>
                <a:lnTo>
                  <a:pt x="0" y="27078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7" id="27"/>
          <p:cNvSpPr/>
          <p:nvPr/>
        </p:nvSpPr>
        <p:spPr>
          <a:xfrm flipH="false" flipV="false" rot="0">
            <a:off x="430878" y="988491"/>
            <a:ext cx="3083843" cy="1326052"/>
          </a:xfrm>
          <a:custGeom>
            <a:avLst/>
            <a:gdLst/>
            <a:ahLst/>
            <a:cxnLst/>
            <a:rect r="r" b="b" t="t" l="l"/>
            <a:pathLst>
              <a:path h="1326052" w="3083843">
                <a:moveTo>
                  <a:pt x="0" y="0"/>
                </a:moveTo>
                <a:lnTo>
                  <a:pt x="3083843" y="0"/>
                </a:lnTo>
                <a:lnTo>
                  <a:pt x="3083843" y="1326053"/>
                </a:lnTo>
                <a:lnTo>
                  <a:pt x="0" y="132605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8" id="28"/>
          <p:cNvSpPr txBox="true"/>
          <p:nvPr/>
        </p:nvSpPr>
        <p:spPr>
          <a:xfrm rot="0">
            <a:off x="1028700" y="2809803"/>
            <a:ext cx="7744569" cy="1882797"/>
          </a:xfrm>
          <a:prstGeom prst="rect">
            <a:avLst/>
          </a:prstGeom>
        </p:spPr>
        <p:txBody>
          <a:bodyPr anchor="t" rtlCol="false" tIns="0" lIns="0" bIns="0" rIns="0">
            <a:spAutoFit/>
          </a:bodyPr>
          <a:lstStyle/>
          <a:p>
            <a:pPr algn="l">
              <a:lnSpc>
                <a:spcPts val="15398"/>
              </a:lnSpc>
              <a:spcBef>
                <a:spcPct val="0"/>
              </a:spcBef>
            </a:pPr>
            <a:r>
              <a:rPr lang="en-US" sz="10999">
                <a:solidFill>
                  <a:srgbClr val="4E6AFF"/>
                </a:solidFill>
                <a:latin typeface="Archivo Black"/>
                <a:ea typeface="Archivo Black"/>
                <a:cs typeface="Archivo Black"/>
                <a:sym typeface="Archivo Black"/>
              </a:rPr>
              <a:t>WEBSITE</a:t>
            </a:r>
          </a:p>
        </p:txBody>
      </p:sp>
      <p:sp>
        <p:nvSpPr>
          <p:cNvPr name="TextBox 29" id="29"/>
          <p:cNvSpPr txBox="true"/>
          <p:nvPr/>
        </p:nvSpPr>
        <p:spPr>
          <a:xfrm rot="0">
            <a:off x="1587138" y="4727575"/>
            <a:ext cx="7744569" cy="717550"/>
          </a:xfrm>
          <a:prstGeom prst="rect">
            <a:avLst/>
          </a:prstGeom>
        </p:spPr>
        <p:txBody>
          <a:bodyPr anchor="t" rtlCol="false" tIns="0" lIns="0" bIns="0" rIns="0">
            <a:spAutoFit/>
          </a:bodyPr>
          <a:lstStyle/>
          <a:p>
            <a:pPr algn="l">
              <a:lnSpc>
                <a:spcPts val="5599"/>
              </a:lnSpc>
              <a:spcBef>
                <a:spcPct val="0"/>
              </a:spcBef>
            </a:pPr>
            <a:r>
              <a:rPr lang="en-US" sz="3999" spc="2863">
                <a:solidFill>
                  <a:srgbClr val="000000"/>
                </a:solidFill>
                <a:latin typeface="Poppins"/>
                <a:ea typeface="Poppins"/>
                <a:cs typeface="Poppins"/>
                <a:sym typeface="Poppins"/>
              </a:rPr>
              <a:t>FOTOGRAFI</a:t>
            </a:r>
          </a:p>
        </p:txBody>
      </p:sp>
      <p:sp>
        <p:nvSpPr>
          <p:cNvPr name="TextBox 30" id="30"/>
          <p:cNvSpPr txBox="true"/>
          <p:nvPr/>
        </p:nvSpPr>
        <p:spPr>
          <a:xfrm rot="0">
            <a:off x="2610033" y="5990214"/>
            <a:ext cx="3153781" cy="614512"/>
          </a:xfrm>
          <a:prstGeom prst="rect">
            <a:avLst/>
          </a:prstGeom>
        </p:spPr>
        <p:txBody>
          <a:bodyPr anchor="t" rtlCol="false" tIns="0" lIns="0" bIns="0" rIns="0">
            <a:spAutoFit/>
          </a:bodyPr>
          <a:lstStyle/>
          <a:p>
            <a:pPr algn="ctr">
              <a:lnSpc>
                <a:spcPts val="4755"/>
              </a:lnSpc>
              <a:spcBef>
                <a:spcPct val="0"/>
              </a:spcBef>
            </a:pPr>
            <a:r>
              <a:rPr lang="en-US" sz="3396">
                <a:solidFill>
                  <a:srgbClr val="000000"/>
                </a:solidFill>
                <a:latin typeface="Poppins"/>
                <a:ea typeface="Poppins"/>
                <a:cs typeface="Poppins"/>
                <a:sym typeface="Poppins"/>
              </a:rPr>
              <a:t>@hans_studio</a:t>
            </a:r>
          </a:p>
        </p:txBody>
      </p:sp>
      <p:sp>
        <p:nvSpPr>
          <p:cNvPr name="TextBox 31" id="3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7744" y="-283567"/>
            <a:ext cx="18663487" cy="1061453"/>
            <a:chOff x="0" y="0"/>
            <a:chExt cx="4915486" cy="279560"/>
          </a:xfrm>
        </p:grpSpPr>
        <p:sp>
          <p:nvSpPr>
            <p:cNvPr name="Freeform 3" id="3"/>
            <p:cNvSpPr/>
            <p:nvPr/>
          </p:nvSpPr>
          <p:spPr>
            <a:xfrm flipH="false" flipV="false" rot="0">
              <a:off x="0" y="0"/>
              <a:ext cx="4915486" cy="279560"/>
            </a:xfrm>
            <a:custGeom>
              <a:avLst/>
              <a:gdLst/>
              <a:ahLst/>
              <a:cxnLst/>
              <a:rect r="r" b="b" t="t" l="l"/>
              <a:pathLst>
                <a:path h="279560" w="4915486">
                  <a:moveTo>
                    <a:pt x="0" y="0"/>
                  </a:moveTo>
                  <a:lnTo>
                    <a:pt x="4915486" y="0"/>
                  </a:lnTo>
                  <a:lnTo>
                    <a:pt x="4915486" y="279560"/>
                  </a:lnTo>
                  <a:lnTo>
                    <a:pt x="0" y="279560"/>
                  </a:lnTo>
                  <a:close/>
                </a:path>
              </a:pathLst>
            </a:custGeom>
            <a:solidFill>
              <a:srgbClr val="4E6AFF"/>
            </a:solidFill>
          </p:spPr>
        </p:sp>
        <p:sp>
          <p:nvSpPr>
            <p:cNvPr name="TextBox 4" id="4"/>
            <p:cNvSpPr txBox="true"/>
            <p:nvPr/>
          </p:nvSpPr>
          <p:spPr>
            <a:xfrm>
              <a:off x="0" y="-57150"/>
              <a:ext cx="4915486" cy="33671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053230" y="247159"/>
            <a:ext cx="297045" cy="29704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6507742" y="247159"/>
            <a:ext cx="297045" cy="29704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962255" y="247159"/>
            <a:ext cx="297045" cy="29704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5392712" y="2677338"/>
            <a:ext cx="11866588" cy="4932324"/>
            <a:chOff x="0" y="0"/>
            <a:chExt cx="3125357" cy="1299048"/>
          </a:xfrm>
        </p:grpSpPr>
        <p:sp>
          <p:nvSpPr>
            <p:cNvPr name="Freeform 15" id="15"/>
            <p:cNvSpPr/>
            <p:nvPr/>
          </p:nvSpPr>
          <p:spPr>
            <a:xfrm flipH="false" flipV="false" rot="0">
              <a:off x="0" y="0"/>
              <a:ext cx="3125357" cy="1299048"/>
            </a:xfrm>
            <a:custGeom>
              <a:avLst/>
              <a:gdLst/>
              <a:ahLst/>
              <a:cxnLst/>
              <a:rect r="r" b="b" t="t" l="l"/>
              <a:pathLst>
                <a:path h="1299048" w="3125357">
                  <a:moveTo>
                    <a:pt x="0" y="0"/>
                  </a:moveTo>
                  <a:lnTo>
                    <a:pt x="3125357" y="0"/>
                  </a:lnTo>
                  <a:lnTo>
                    <a:pt x="3125357" y="1299048"/>
                  </a:lnTo>
                  <a:lnTo>
                    <a:pt x="0" y="1299048"/>
                  </a:lnTo>
                  <a:close/>
                </a:path>
              </a:pathLst>
            </a:custGeom>
            <a:solidFill>
              <a:srgbClr val="FFFFFF"/>
            </a:solidFill>
            <a:ln w="38100" cap="sq">
              <a:solidFill>
                <a:srgbClr val="4E6AFF"/>
              </a:solidFill>
              <a:prstDash val="solid"/>
              <a:miter/>
            </a:ln>
          </p:spPr>
        </p:sp>
        <p:sp>
          <p:nvSpPr>
            <p:cNvPr name="TextBox 16" id="16"/>
            <p:cNvSpPr txBox="true"/>
            <p:nvPr/>
          </p:nvSpPr>
          <p:spPr>
            <a:xfrm>
              <a:off x="0" y="-57150"/>
              <a:ext cx="3125357" cy="1356198"/>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5400000">
            <a:off x="652597" y="2249143"/>
            <a:ext cx="6540920" cy="5788715"/>
          </a:xfrm>
          <a:custGeom>
            <a:avLst/>
            <a:gdLst/>
            <a:ahLst/>
            <a:cxnLst/>
            <a:rect r="r" b="b" t="t" l="l"/>
            <a:pathLst>
              <a:path h="5788715" w="6540920">
                <a:moveTo>
                  <a:pt x="0" y="0"/>
                </a:moveTo>
                <a:lnTo>
                  <a:pt x="6540920" y="0"/>
                </a:lnTo>
                <a:lnTo>
                  <a:pt x="6540920" y="5788714"/>
                </a:lnTo>
                <a:lnTo>
                  <a:pt x="0" y="57887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8" id="18"/>
          <p:cNvGrpSpPr/>
          <p:nvPr/>
        </p:nvGrpSpPr>
        <p:grpSpPr>
          <a:xfrm rot="0">
            <a:off x="3658130" y="2833261"/>
            <a:ext cx="4620479" cy="462047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6AFF"/>
            </a:solidFill>
          </p:spPr>
        </p:sp>
        <p:sp>
          <p:nvSpPr>
            <p:cNvPr name="TextBox 20" id="2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3908652" y="3095810"/>
            <a:ext cx="4119434" cy="4119418"/>
            <a:chOff x="0" y="0"/>
            <a:chExt cx="6350000" cy="6349975"/>
          </a:xfrm>
        </p:grpSpPr>
        <p:sp>
          <p:nvSpPr>
            <p:cNvPr name="Freeform 22" id="22"/>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25046" t="0" r="-25046" b="0"/>
              </a:stretch>
            </a:blipFill>
          </p:spPr>
        </p:sp>
      </p:grpSp>
      <p:sp>
        <p:nvSpPr>
          <p:cNvPr name="Freeform 23" id="23"/>
          <p:cNvSpPr/>
          <p:nvPr/>
        </p:nvSpPr>
        <p:spPr>
          <a:xfrm flipH="true" flipV="false" rot="0">
            <a:off x="17537394" y="4882143"/>
            <a:ext cx="314935" cy="522713"/>
          </a:xfrm>
          <a:custGeom>
            <a:avLst/>
            <a:gdLst/>
            <a:ahLst/>
            <a:cxnLst/>
            <a:rect r="r" b="b" t="t" l="l"/>
            <a:pathLst>
              <a:path h="522713" w="314935">
                <a:moveTo>
                  <a:pt x="314934" y="0"/>
                </a:moveTo>
                <a:lnTo>
                  <a:pt x="0" y="0"/>
                </a:lnTo>
                <a:lnTo>
                  <a:pt x="0" y="522714"/>
                </a:lnTo>
                <a:lnTo>
                  <a:pt x="314934" y="522714"/>
                </a:lnTo>
                <a:lnTo>
                  <a:pt x="314934"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4" id="24"/>
          <p:cNvGrpSpPr/>
          <p:nvPr/>
        </p:nvGrpSpPr>
        <p:grpSpPr>
          <a:xfrm rot="0">
            <a:off x="721204" y="8950804"/>
            <a:ext cx="614993" cy="61499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99F"/>
            </a:solidFill>
          </p:spPr>
        </p:sp>
        <p:sp>
          <p:nvSpPr>
            <p:cNvPr name="TextBox 26" id="26"/>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5353376" y="1420116"/>
            <a:ext cx="614993" cy="61499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6AFF"/>
            </a:solidFill>
          </p:spPr>
        </p:sp>
        <p:sp>
          <p:nvSpPr>
            <p:cNvPr name="TextBox 29" id="29"/>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6962255" y="7203209"/>
            <a:ext cx="575139" cy="575139"/>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D69"/>
            </a:solidFill>
          </p:spPr>
        </p:sp>
        <p:sp>
          <p:nvSpPr>
            <p:cNvPr name="TextBox 32" id="32"/>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326006" y="2484508"/>
            <a:ext cx="385661" cy="385661"/>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100"/>
            </a:solidFill>
          </p:spPr>
        </p:sp>
        <p:sp>
          <p:nvSpPr>
            <p:cNvPr name="TextBox 35" id="35"/>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7449909" y="1566298"/>
            <a:ext cx="8377943" cy="708660"/>
          </a:xfrm>
          <a:prstGeom prst="rect">
            <a:avLst/>
          </a:prstGeom>
        </p:spPr>
        <p:txBody>
          <a:bodyPr anchor="t" rtlCol="false" tIns="0" lIns="0" bIns="0" rIns="0">
            <a:spAutoFit/>
          </a:bodyPr>
          <a:lstStyle/>
          <a:p>
            <a:pPr algn="l" marL="0" indent="0" lvl="0">
              <a:lnSpc>
                <a:spcPts val="4920"/>
              </a:lnSpc>
              <a:spcBef>
                <a:spcPct val="0"/>
              </a:spcBef>
            </a:pPr>
            <a:r>
              <a:rPr lang="en-US" sz="6000">
                <a:solidFill>
                  <a:srgbClr val="4E6AFF"/>
                </a:solidFill>
                <a:latin typeface="Archivo Black"/>
                <a:ea typeface="Archivo Black"/>
                <a:cs typeface="Archivo Black"/>
                <a:sym typeface="Archivo Black"/>
              </a:rPr>
              <a:t>LATAR BELAKANG</a:t>
            </a:r>
          </a:p>
        </p:txBody>
      </p:sp>
      <p:sp>
        <p:nvSpPr>
          <p:cNvPr name="TextBox 37" id="37"/>
          <p:cNvSpPr txBox="true"/>
          <p:nvPr/>
        </p:nvSpPr>
        <p:spPr>
          <a:xfrm rot="0">
            <a:off x="8421114" y="3029135"/>
            <a:ext cx="8541141" cy="3948432"/>
          </a:xfrm>
          <a:prstGeom prst="rect">
            <a:avLst/>
          </a:prstGeom>
        </p:spPr>
        <p:txBody>
          <a:bodyPr anchor="t" rtlCol="false" tIns="0" lIns="0" bIns="0" rIns="0">
            <a:spAutoFit/>
          </a:bodyPr>
          <a:lstStyle/>
          <a:p>
            <a:pPr algn="just">
              <a:lnSpc>
                <a:spcPts val="3482"/>
              </a:lnSpc>
              <a:spcBef>
                <a:spcPct val="0"/>
              </a:spcBef>
            </a:pPr>
            <a:r>
              <a:rPr lang="en-US" sz="2487" i="true">
                <a:solidFill>
                  <a:srgbClr val="000000"/>
                </a:solidFill>
                <a:latin typeface="Poppins Light Italics"/>
                <a:ea typeface="Poppins Light Italics"/>
                <a:cs typeface="Poppins Light Italics"/>
                <a:sym typeface="Poppins Light Italics"/>
              </a:rPr>
              <a:t>Seiring berkembangnya teknologi, fotografer kini membutuhkan media digital untuk menampilkan dan menjual karya mereka secara profesional. Website pribadi dapat menjadi solusi efektif untuk memamerkan portofolio, menawarkan paket layanan, serta menjual foto secara langsung dengan sistem pembayaran dan pengiriman otomatis. Dengan website ini, proses transaksi menjadi lebih mudah, cepat, dan profesional bagi fotografer maupun klien.</a:t>
            </a:r>
          </a:p>
        </p:txBody>
      </p:sp>
      <p:sp>
        <p:nvSpPr>
          <p:cNvPr name="TextBox 38" id="3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7744" y="-283567"/>
            <a:ext cx="18663487" cy="1061453"/>
            <a:chOff x="0" y="0"/>
            <a:chExt cx="4915486" cy="279560"/>
          </a:xfrm>
        </p:grpSpPr>
        <p:sp>
          <p:nvSpPr>
            <p:cNvPr name="Freeform 3" id="3"/>
            <p:cNvSpPr/>
            <p:nvPr/>
          </p:nvSpPr>
          <p:spPr>
            <a:xfrm flipH="false" flipV="false" rot="0">
              <a:off x="0" y="0"/>
              <a:ext cx="4915486" cy="279560"/>
            </a:xfrm>
            <a:custGeom>
              <a:avLst/>
              <a:gdLst/>
              <a:ahLst/>
              <a:cxnLst/>
              <a:rect r="r" b="b" t="t" l="l"/>
              <a:pathLst>
                <a:path h="279560" w="4915486">
                  <a:moveTo>
                    <a:pt x="0" y="0"/>
                  </a:moveTo>
                  <a:lnTo>
                    <a:pt x="4915486" y="0"/>
                  </a:lnTo>
                  <a:lnTo>
                    <a:pt x="4915486" y="279560"/>
                  </a:lnTo>
                  <a:lnTo>
                    <a:pt x="0" y="279560"/>
                  </a:lnTo>
                  <a:close/>
                </a:path>
              </a:pathLst>
            </a:custGeom>
            <a:solidFill>
              <a:srgbClr val="4E6AFF"/>
            </a:solidFill>
          </p:spPr>
        </p:sp>
        <p:sp>
          <p:nvSpPr>
            <p:cNvPr name="TextBox 4" id="4"/>
            <p:cNvSpPr txBox="true"/>
            <p:nvPr/>
          </p:nvSpPr>
          <p:spPr>
            <a:xfrm>
              <a:off x="0" y="-57150"/>
              <a:ext cx="4915486" cy="33671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053230" y="247159"/>
            <a:ext cx="297045" cy="29704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6507742" y="247159"/>
            <a:ext cx="297045" cy="29704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962255" y="247159"/>
            <a:ext cx="297045" cy="29704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866124" y="1383074"/>
            <a:ext cx="10484727" cy="708660"/>
          </a:xfrm>
          <a:prstGeom prst="rect">
            <a:avLst/>
          </a:prstGeom>
        </p:spPr>
        <p:txBody>
          <a:bodyPr anchor="t" rtlCol="false" tIns="0" lIns="0" bIns="0" rIns="0">
            <a:spAutoFit/>
          </a:bodyPr>
          <a:lstStyle/>
          <a:p>
            <a:pPr algn="l" marL="0" indent="0" lvl="0">
              <a:lnSpc>
                <a:spcPts val="4920"/>
              </a:lnSpc>
              <a:spcBef>
                <a:spcPct val="0"/>
              </a:spcBef>
            </a:pPr>
            <a:r>
              <a:rPr lang="en-US" sz="6000">
                <a:solidFill>
                  <a:srgbClr val="4E6AFF"/>
                </a:solidFill>
                <a:latin typeface="Archivo Black"/>
                <a:ea typeface="Archivo Black"/>
                <a:cs typeface="Archivo Black"/>
                <a:sym typeface="Archivo Black"/>
              </a:rPr>
              <a:t>IDENTIFIKASI MASALAH</a:t>
            </a:r>
          </a:p>
        </p:txBody>
      </p:sp>
      <p:grpSp>
        <p:nvGrpSpPr>
          <p:cNvPr name="Group 15" id="15"/>
          <p:cNvGrpSpPr/>
          <p:nvPr/>
        </p:nvGrpSpPr>
        <p:grpSpPr>
          <a:xfrm rot="0">
            <a:off x="257710" y="2126115"/>
            <a:ext cx="1541980" cy="154198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100"/>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0639884" y="2907857"/>
            <a:ext cx="395796" cy="395796"/>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99F"/>
            </a:solidFill>
          </p:spPr>
        </p:sp>
        <p:sp>
          <p:nvSpPr>
            <p:cNvPr name="TextBox 20" id="2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2521026" y="6304894"/>
            <a:ext cx="805905" cy="80590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D69"/>
            </a:solidFill>
          </p:spPr>
        </p:sp>
        <p:sp>
          <p:nvSpPr>
            <p:cNvPr name="TextBox 23" id="2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0837782" y="5143500"/>
            <a:ext cx="395796" cy="395796"/>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6AFF"/>
            </a:solidFill>
          </p:spPr>
        </p:sp>
        <p:sp>
          <p:nvSpPr>
            <p:cNvPr name="TextBox 26" id="26"/>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1233578" y="7860654"/>
            <a:ext cx="795846" cy="795846"/>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100"/>
            </a:solidFill>
          </p:spPr>
        </p:sp>
        <p:sp>
          <p:nvSpPr>
            <p:cNvPr name="TextBox 29" id="29"/>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399916" y="2791868"/>
            <a:ext cx="1257567" cy="617131"/>
          </a:xfrm>
          <a:prstGeom prst="rect">
            <a:avLst/>
          </a:prstGeom>
        </p:spPr>
        <p:txBody>
          <a:bodyPr anchor="t" rtlCol="false" tIns="0" lIns="0" bIns="0" rIns="0">
            <a:spAutoFit/>
          </a:bodyPr>
          <a:lstStyle/>
          <a:p>
            <a:pPr algn="ctr">
              <a:lnSpc>
                <a:spcPts val="4113"/>
              </a:lnSpc>
            </a:pPr>
            <a:r>
              <a:rPr lang="en-US" sz="5635">
                <a:solidFill>
                  <a:srgbClr val="FFFFFF"/>
                </a:solidFill>
                <a:latin typeface="Archivo Black"/>
                <a:ea typeface="Archivo Black"/>
                <a:cs typeface="Archivo Black"/>
                <a:sym typeface="Archivo Black"/>
              </a:rPr>
              <a:t>01</a:t>
            </a:r>
          </a:p>
        </p:txBody>
      </p:sp>
      <p:grpSp>
        <p:nvGrpSpPr>
          <p:cNvPr name="Group 31" id="31"/>
          <p:cNvGrpSpPr/>
          <p:nvPr/>
        </p:nvGrpSpPr>
        <p:grpSpPr>
          <a:xfrm rot="0">
            <a:off x="357832" y="4296189"/>
            <a:ext cx="1541980" cy="1541980"/>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6AFF"/>
            </a:solidFill>
          </p:spPr>
        </p:sp>
        <p:sp>
          <p:nvSpPr>
            <p:cNvPr name="TextBox 33" id="3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357832" y="6304894"/>
            <a:ext cx="1541980" cy="1541980"/>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D69"/>
            </a:solidFill>
          </p:spPr>
        </p:sp>
        <p:sp>
          <p:nvSpPr>
            <p:cNvPr name="TextBox 36" id="36"/>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500038" y="4877676"/>
            <a:ext cx="1257567" cy="617131"/>
          </a:xfrm>
          <a:prstGeom prst="rect">
            <a:avLst/>
          </a:prstGeom>
        </p:spPr>
        <p:txBody>
          <a:bodyPr anchor="t" rtlCol="false" tIns="0" lIns="0" bIns="0" rIns="0">
            <a:spAutoFit/>
          </a:bodyPr>
          <a:lstStyle/>
          <a:p>
            <a:pPr algn="ctr">
              <a:lnSpc>
                <a:spcPts val="4113"/>
              </a:lnSpc>
            </a:pPr>
            <a:r>
              <a:rPr lang="en-US" sz="5635">
                <a:solidFill>
                  <a:srgbClr val="FFFFFF"/>
                </a:solidFill>
                <a:latin typeface="Archivo Black"/>
                <a:ea typeface="Archivo Black"/>
                <a:cs typeface="Archivo Black"/>
                <a:sym typeface="Archivo Black"/>
              </a:rPr>
              <a:t>02</a:t>
            </a:r>
          </a:p>
        </p:txBody>
      </p:sp>
      <p:sp>
        <p:nvSpPr>
          <p:cNvPr name="TextBox 38" id="38"/>
          <p:cNvSpPr txBox="true"/>
          <p:nvPr/>
        </p:nvSpPr>
        <p:spPr>
          <a:xfrm rot="0">
            <a:off x="500038" y="6921296"/>
            <a:ext cx="1257567" cy="617131"/>
          </a:xfrm>
          <a:prstGeom prst="rect">
            <a:avLst/>
          </a:prstGeom>
        </p:spPr>
        <p:txBody>
          <a:bodyPr anchor="t" rtlCol="false" tIns="0" lIns="0" bIns="0" rIns="0">
            <a:spAutoFit/>
          </a:bodyPr>
          <a:lstStyle/>
          <a:p>
            <a:pPr algn="ctr">
              <a:lnSpc>
                <a:spcPts val="4113"/>
              </a:lnSpc>
            </a:pPr>
            <a:r>
              <a:rPr lang="en-US" sz="5635">
                <a:solidFill>
                  <a:srgbClr val="FFFFFF"/>
                </a:solidFill>
                <a:latin typeface="Archivo Black"/>
                <a:ea typeface="Archivo Black"/>
                <a:cs typeface="Archivo Black"/>
                <a:sym typeface="Archivo Black"/>
              </a:rPr>
              <a:t>03</a:t>
            </a:r>
          </a:p>
        </p:txBody>
      </p:sp>
      <p:sp>
        <p:nvSpPr>
          <p:cNvPr name="TextBox 39" id="39"/>
          <p:cNvSpPr txBox="true"/>
          <p:nvPr/>
        </p:nvSpPr>
        <p:spPr>
          <a:xfrm rot="0">
            <a:off x="2226212" y="2298695"/>
            <a:ext cx="7244188" cy="1952765"/>
          </a:xfrm>
          <a:prstGeom prst="rect">
            <a:avLst/>
          </a:prstGeom>
        </p:spPr>
        <p:txBody>
          <a:bodyPr anchor="t" rtlCol="false" tIns="0" lIns="0" bIns="0" rIns="0">
            <a:spAutoFit/>
          </a:bodyPr>
          <a:lstStyle/>
          <a:p>
            <a:pPr algn="just">
              <a:lnSpc>
                <a:spcPts val="2617"/>
              </a:lnSpc>
            </a:pPr>
            <a:r>
              <a:rPr lang="en-US" b="true" sz="1869" i="true">
                <a:solidFill>
                  <a:srgbClr val="000000"/>
                </a:solidFill>
                <a:latin typeface="Poppins Bold Italics"/>
                <a:ea typeface="Poppins Bold Italics"/>
                <a:cs typeface="Poppins Bold Italics"/>
                <a:sym typeface="Poppins Bold Italics"/>
              </a:rPr>
              <a:t>Keterbatasan dalam Menampilkan KaryaSecara Profesional</a:t>
            </a:r>
          </a:p>
          <a:p>
            <a:pPr algn="just">
              <a:lnSpc>
                <a:spcPts val="2617"/>
              </a:lnSpc>
              <a:spcBef>
                <a:spcPct val="0"/>
              </a:spcBef>
            </a:pPr>
            <a:r>
              <a:rPr lang="en-US" sz="1869" i="true">
                <a:solidFill>
                  <a:srgbClr val="000000"/>
                </a:solidFill>
                <a:latin typeface="Poppins Light Italics"/>
                <a:ea typeface="Poppins Light Italics"/>
                <a:cs typeface="Poppins Light Italics"/>
                <a:sym typeface="Poppins Light Italics"/>
              </a:rPr>
              <a:t>Saat ini banyak fotografer yang masih mengandalkan media sosial atau platform pihak ketiga yang tidak sepenuhnya memberikan kontrol atas tampilan atau monetisasi karya mereka.</a:t>
            </a:r>
          </a:p>
        </p:txBody>
      </p:sp>
      <p:sp>
        <p:nvSpPr>
          <p:cNvPr name="TextBox 40" id="40"/>
          <p:cNvSpPr txBox="true"/>
          <p:nvPr/>
        </p:nvSpPr>
        <p:spPr>
          <a:xfrm rot="0">
            <a:off x="2226212" y="4489850"/>
            <a:ext cx="7244188" cy="1952765"/>
          </a:xfrm>
          <a:prstGeom prst="rect">
            <a:avLst/>
          </a:prstGeom>
        </p:spPr>
        <p:txBody>
          <a:bodyPr anchor="t" rtlCol="false" tIns="0" lIns="0" bIns="0" rIns="0">
            <a:spAutoFit/>
          </a:bodyPr>
          <a:lstStyle/>
          <a:p>
            <a:pPr algn="just">
              <a:lnSpc>
                <a:spcPts val="2617"/>
              </a:lnSpc>
            </a:pPr>
            <a:r>
              <a:rPr lang="en-US" b="true" sz="1869" i="true">
                <a:solidFill>
                  <a:srgbClr val="000000"/>
                </a:solidFill>
                <a:latin typeface="Poppins Bold Italics"/>
                <a:ea typeface="Poppins Bold Italics"/>
                <a:cs typeface="Poppins Bold Italics"/>
                <a:sym typeface="Poppins Bold Italics"/>
              </a:rPr>
              <a:t>Proses Transaksi Manual dan Kurang Efisien</a:t>
            </a:r>
          </a:p>
          <a:p>
            <a:pPr algn="just">
              <a:lnSpc>
                <a:spcPts val="2617"/>
              </a:lnSpc>
              <a:spcBef>
                <a:spcPct val="0"/>
              </a:spcBef>
            </a:pPr>
            <a:r>
              <a:rPr lang="en-US" sz="1869" i="true">
                <a:solidFill>
                  <a:srgbClr val="000000"/>
                </a:solidFill>
                <a:latin typeface="Poppins Light Italics"/>
                <a:ea typeface="Poppins Light Italics"/>
                <a:cs typeface="Poppins Light Italics"/>
                <a:sym typeface="Poppins Light Italics"/>
              </a:rPr>
              <a:t> Penjualan foto atau jasa fotografi seringkali masih dilakukan secara manual melalui chat atau transfer bank, yang rawan terjadi miskomunikasi dan tidak praktis.</a:t>
            </a:r>
          </a:p>
          <a:p>
            <a:pPr algn="just">
              <a:lnSpc>
                <a:spcPts val="2617"/>
              </a:lnSpc>
              <a:spcBef>
                <a:spcPct val="0"/>
              </a:spcBef>
            </a:pPr>
          </a:p>
          <a:p>
            <a:pPr algn="just">
              <a:lnSpc>
                <a:spcPts val="2617"/>
              </a:lnSpc>
              <a:spcBef>
                <a:spcPct val="0"/>
              </a:spcBef>
            </a:pPr>
          </a:p>
        </p:txBody>
      </p:sp>
      <p:sp>
        <p:nvSpPr>
          <p:cNvPr name="TextBox 41" id="41"/>
          <p:cNvSpPr txBox="true"/>
          <p:nvPr/>
        </p:nvSpPr>
        <p:spPr>
          <a:xfrm rot="0">
            <a:off x="2226212" y="6385465"/>
            <a:ext cx="7244188" cy="1628915"/>
          </a:xfrm>
          <a:prstGeom prst="rect">
            <a:avLst/>
          </a:prstGeom>
        </p:spPr>
        <p:txBody>
          <a:bodyPr anchor="t" rtlCol="false" tIns="0" lIns="0" bIns="0" rIns="0">
            <a:spAutoFit/>
          </a:bodyPr>
          <a:lstStyle/>
          <a:p>
            <a:pPr algn="just">
              <a:lnSpc>
                <a:spcPts val="2617"/>
              </a:lnSpc>
            </a:pPr>
            <a:r>
              <a:rPr lang="en-US" b="true" sz="1869" i="true">
                <a:solidFill>
                  <a:srgbClr val="000000"/>
                </a:solidFill>
                <a:latin typeface="Poppins Bold Italics"/>
                <a:ea typeface="Poppins Bold Italics"/>
                <a:cs typeface="Poppins Bold Italics"/>
                <a:sym typeface="Poppins Bold Italics"/>
              </a:rPr>
              <a:t>Tidak Adanya Sistem Pemesanan Terstruktur</a:t>
            </a:r>
          </a:p>
          <a:p>
            <a:pPr algn="just">
              <a:lnSpc>
                <a:spcPts val="2617"/>
              </a:lnSpc>
              <a:spcBef>
                <a:spcPct val="0"/>
              </a:spcBef>
            </a:pPr>
            <a:r>
              <a:rPr lang="en-US" b="true" sz="1869" i="true">
                <a:solidFill>
                  <a:srgbClr val="000000"/>
                </a:solidFill>
                <a:latin typeface="Poppins Bold Italics"/>
                <a:ea typeface="Poppins Bold Italics"/>
                <a:cs typeface="Poppins Bold Italics"/>
                <a:sym typeface="Poppins Bold Italics"/>
              </a:rPr>
              <a:t> </a:t>
            </a:r>
            <a:r>
              <a:rPr lang="en-US" sz="1869" i="true">
                <a:solidFill>
                  <a:srgbClr val="000000"/>
                </a:solidFill>
                <a:latin typeface="Poppins Italics"/>
                <a:ea typeface="Poppins Italics"/>
                <a:cs typeface="Poppins Italics"/>
                <a:sym typeface="Poppins Italics"/>
              </a:rPr>
              <a:t>Calon klien kesulitan untuk melihat pilihan paket layanan, jadwal ketersediaan fotografer, serta melakukan booking secara langsung tanpa harus melakukan komunikasi yang panjang.</a:t>
            </a:r>
          </a:p>
        </p:txBody>
      </p:sp>
      <p:grpSp>
        <p:nvGrpSpPr>
          <p:cNvPr name="Group 42" id="42"/>
          <p:cNvGrpSpPr/>
          <p:nvPr/>
        </p:nvGrpSpPr>
        <p:grpSpPr>
          <a:xfrm rot="0">
            <a:off x="357832" y="8256450"/>
            <a:ext cx="1541980" cy="1541980"/>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769"/>
            </a:solidFill>
          </p:spPr>
        </p:sp>
        <p:sp>
          <p:nvSpPr>
            <p:cNvPr name="TextBox 44" id="4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45" id="45"/>
          <p:cNvSpPr txBox="true"/>
          <p:nvPr/>
        </p:nvSpPr>
        <p:spPr>
          <a:xfrm rot="0">
            <a:off x="500038" y="8894625"/>
            <a:ext cx="1257567" cy="617131"/>
          </a:xfrm>
          <a:prstGeom prst="rect">
            <a:avLst/>
          </a:prstGeom>
        </p:spPr>
        <p:txBody>
          <a:bodyPr anchor="t" rtlCol="false" tIns="0" lIns="0" bIns="0" rIns="0">
            <a:spAutoFit/>
          </a:bodyPr>
          <a:lstStyle/>
          <a:p>
            <a:pPr algn="ctr">
              <a:lnSpc>
                <a:spcPts val="4113"/>
              </a:lnSpc>
            </a:pPr>
            <a:r>
              <a:rPr lang="en-US" sz="5635">
                <a:solidFill>
                  <a:srgbClr val="FFFFFF"/>
                </a:solidFill>
                <a:latin typeface="Archivo Black"/>
                <a:ea typeface="Archivo Black"/>
                <a:cs typeface="Archivo Black"/>
                <a:sym typeface="Archivo Black"/>
              </a:rPr>
              <a:t>04</a:t>
            </a:r>
          </a:p>
        </p:txBody>
      </p:sp>
      <p:sp>
        <p:nvSpPr>
          <p:cNvPr name="TextBox 46" id="46"/>
          <p:cNvSpPr txBox="true"/>
          <p:nvPr/>
        </p:nvSpPr>
        <p:spPr>
          <a:xfrm rot="0">
            <a:off x="2226212" y="8366805"/>
            <a:ext cx="7244188" cy="1628915"/>
          </a:xfrm>
          <a:prstGeom prst="rect">
            <a:avLst/>
          </a:prstGeom>
        </p:spPr>
        <p:txBody>
          <a:bodyPr anchor="t" rtlCol="false" tIns="0" lIns="0" bIns="0" rIns="0">
            <a:spAutoFit/>
          </a:bodyPr>
          <a:lstStyle/>
          <a:p>
            <a:pPr algn="just">
              <a:lnSpc>
                <a:spcPts val="2617"/>
              </a:lnSpc>
            </a:pPr>
            <a:r>
              <a:rPr lang="en-US" b="true" sz="1869" i="true">
                <a:solidFill>
                  <a:srgbClr val="000000"/>
                </a:solidFill>
                <a:latin typeface="Poppins Bold Italics"/>
                <a:ea typeface="Poppins Bold Italics"/>
                <a:cs typeface="Poppins Bold Italics"/>
                <a:sym typeface="Poppins Bold Italics"/>
              </a:rPr>
              <a:t>Kurangnya Informasi Terpusat Mengenai Layanan dan Harga</a:t>
            </a:r>
          </a:p>
          <a:p>
            <a:pPr algn="just">
              <a:lnSpc>
                <a:spcPts val="2617"/>
              </a:lnSpc>
              <a:spcBef>
                <a:spcPct val="0"/>
              </a:spcBef>
            </a:pPr>
            <a:r>
              <a:rPr lang="en-US" b="true" sz="1869" i="true">
                <a:solidFill>
                  <a:srgbClr val="000000"/>
                </a:solidFill>
                <a:latin typeface="Poppins Bold Italics"/>
                <a:ea typeface="Poppins Bold Italics"/>
                <a:cs typeface="Poppins Bold Italics"/>
                <a:sym typeface="Poppins Bold Italics"/>
              </a:rPr>
              <a:t> I</a:t>
            </a:r>
            <a:r>
              <a:rPr lang="en-US" sz="1869" i="true">
                <a:solidFill>
                  <a:srgbClr val="000000"/>
                </a:solidFill>
                <a:latin typeface="Poppins Italics"/>
                <a:ea typeface="Poppins Italics"/>
                <a:cs typeface="Poppins Italics"/>
                <a:sym typeface="Poppins Italics"/>
              </a:rPr>
              <a:t>nformasi terkait price list, deskripsi layanan, dan ketentuan sering tersebar di berbagai tempat, sehingga menyulitkan calon pelanggan untuk mengambil keputusan.</a:t>
            </a:r>
          </a:p>
        </p:txBody>
      </p:sp>
      <p:sp>
        <p:nvSpPr>
          <p:cNvPr name="TextBox 47" id="4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7744" y="-283567"/>
            <a:ext cx="18663487" cy="1061453"/>
            <a:chOff x="0" y="0"/>
            <a:chExt cx="4915486" cy="279560"/>
          </a:xfrm>
        </p:grpSpPr>
        <p:sp>
          <p:nvSpPr>
            <p:cNvPr name="Freeform 3" id="3"/>
            <p:cNvSpPr/>
            <p:nvPr/>
          </p:nvSpPr>
          <p:spPr>
            <a:xfrm flipH="false" flipV="false" rot="0">
              <a:off x="0" y="0"/>
              <a:ext cx="4915486" cy="279560"/>
            </a:xfrm>
            <a:custGeom>
              <a:avLst/>
              <a:gdLst/>
              <a:ahLst/>
              <a:cxnLst/>
              <a:rect r="r" b="b" t="t" l="l"/>
              <a:pathLst>
                <a:path h="279560" w="4915486">
                  <a:moveTo>
                    <a:pt x="0" y="0"/>
                  </a:moveTo>
                  <a:lnTo>
                    <a:pt x="4915486" y="0"/>
                  </a:lnTo>
                  <a:lnTo>
                    <a:pt x="4915486" y="279560"/>
                  </a:lnTo>
                  <a:lnTo>
                    <a:pt x="0" y="279560"/>
                  </a:lnTo>
                  <a:close/>
                </a:path>
              </a:pathLst>
            </a:custGeom>
            <a:solidFill>
              <a:srgbClr val="4E6AFF"/>
            </a:solidFill>
          </p:spPr>
        </p:sp>
        <p:sp>
          <p:nvSpPr>
            <p:cNvPr name="TextBox 4" id="4"/>
            <p:cNvSpPr txBox="true"/>
            <p:nvPr/>
          </p:nvSpPr>
          <p:spPr>
            <a:xfrm>
              <a:off x="0" y="-57150"/>
              <a:ext cx="4915486" cy="33671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053230" y="247159"/>
            <a:ext cx="297045" cy="29704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6507742" y="247159"/>
            <a:ext cx="297045" cy="29704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962255" y="247159"/>
            <a:ext cx="297045" cy="29704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65624" y="621047"/>
            <a:ext cx="1194324" cy="9504006"/>
            <a:chOff x="0" y="0"/>
            <a:chExt cx="314554" cy="2503113"/>
          </a:xfrm>
        </p:grpSpPr>
        <p:sp>
          <p:nvSpPr>
            <p:cNvPr name="Freeform 15" id="15"/>
            <p:cNvSpPr/>
            <p:nvPr/>
          </p:nvSpPr>
          <p:spPr>
            <a:xfrm flipH="false" flipV="false" rot="0">
              <a:off x="0" y="0"/>
              <a:ext cx="314554" cy="2503113"/>
            </a:xfrm>
            <a:custGeom>
              <a:avLst/>
              <a:gdLst/>
              <a:ahLst/>
              <a:cxnLst/>
              <a:rect r="r" b="b" t="t" l="l"/>
              <a:pathLst>
                <a:path h="2503113" w="314554">
                  <a:moveTo>
                    <a:pt x="0" y="0"/>
                  </a:moveTo>
                  <a:lnTo>
                    <a:pt x="314554" y="0"/>
                  </a:lnTo>
                  <a:lnTo>
                    <a:pt x="314554" y="2503113"/>
                  </a:lnTo>
                  <a:lnTo>
                    <a:pt x="0" y="2503113"/>
                  </a:lnTo>
                  <a:close/>
                </a:path>
              </a:pathLst>
            </a:custGeom>
            <a:solidFill>
              <a:srgbClr val="4E6AFF"/>
            </a:solidFill>
            <a:ln cap="sq">
              <a:noFill/>
              <a:prstDash val="solid"/>
              <a:miter/>
            </a:ln>
          </p:spPr>
        </p:sp>
        <p:sp>
          <p:nvSpPr>
            <p:cNvPr name="TextBox 16" id="16"/>
            <p:cNvSpPr txBox="true"/>
            <p:nvPr/>
          </p:nvSpPr>
          <p:spPr>
            <a:xfrm>
              <a:off x="0" y="-57150"/>
              <a:ext cx="314554" cy="256026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568675" y="1424328"/>
            <a:ext cx="8813837" cy="1327785"/>
          </a:xfrm>
          <a:prstGeom prst="rect">
            <a:avLst/>
          </a:prstGeom>
        </p:spPr>
        <p:txBody>
          <a:bodyPr anchor="t" rtlCol="false" tIns="0" lIns="0" bIns="0" rIns="0">
            <a:spAutoFit/>
          </a:bodyPr>
          <a:lstStyle/>
          <a:p>
            <a:pPr algn="l" marL="0" indent="0" lvl="0">
              <a:lnSpc>
                <a:spcPts val="4920"/>
              </a:lnSpc>
              <a:spcBef>
                <a:spcPct val="0"/>
              </a:spcBef>
            </a:pPr>
            <a:r>
              <a:rPr lang="en-US" sz="6000">
                <a:solidFill>
                  <a:srgbClr val="00508F"/>
                </a:solidFill>
                <a:latin typeface="Archivo Black"/>
                <a:ea typeface="Archivo Black"/>
                <a:cs typeface="Archivo Black"/>
                <a:sym typeface="Archivo Black"/>
              </a:rPr>
              <a:t>TUJUAN PEMBUATAN</a:t>
            </a:r>
          </a:p>
        </p:txBody>
      </p:sp>
      <p:grpSp>
        <p:nvGrpSpPr>
          <p:cNvPr name="Group 18" id="18"/>
          <p:cNvGrpSpPr/>
          <p:nvPr/>
        </p:nvGrpSpPr>
        <p:grpSpPr>
          <a:xfrm rot="0">
            <a:off x="11476004" y="4257951"/>
            <a:ext cx="1033857" cy="103385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99F"/>
            </a:solidFill>
          </p:spPr>
        </p:sp>
        <p:sp>
          <p:nvSpPr>
            <p:cNvPr name="TextBox 20" id="2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2509861" y="6815141"/>
            <a:ext cx="919370" cy="919370"/>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100"/>
            </a:solidFill>
          </p:spPr>
        </p:sp>
        <p:sp>
          <p:nvSpPr>
            <p:cNvPr name="TextBox 23" id="2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921531" y="1646177"/>
            <a:ext cx="684062" cy="684062"/>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D69"/>
            </a:solidFill>
          </p:spPr>
        </p:sp>
        <p:sp>
          <p:nvSpPr>
            <p:cNvPr name="TextBox 26" id="26"/>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1583657" y="3133113"/>
            <a:ext cx="9590540" cy="1263015"/>
          </a:xfrm>
          <a:prstGeom prst="rect">
            <a:avLst/>
          </a:prstGeom>
        </p:spPr>
        <p:txBody>
          <a:bodyPr anchor="t" rtlCol="false" tIns="0" lIns="0" bIns="0" rIns="0">
            <a:spAutoFit/>
          </a:bodyPr>
          <a:lstStyle/>
          <a:p>
            <a:pPr algn="l">
              <a:lnSpc>
                <a:spcPts val="3359"/>
              </a:lnSpc>
            </a:pPr>
            <a:r>
              <a:rPr lang="en-US" sz="2399">
                <a:solidFill>
                  <a:srgbClr val="000000"/>
                </a:solidFill>
                <a:latin typeface="Poppins"/>
                <a:ea typeface="Poppins"/>
                <a:cs typeface="Poppins"/>
                <a:sym typeface="Poppins"/>
              </a:rPr>
              <a:t> </a:t>
            </a:r>
            <a:r>
              <a:rPr lang="en-US" sz="2399" b="true">
                <a:solidFill>
                  <a:srgbClr val="000000"/>
                </a:solidFill>
                <a:latin typeface="Poppins Bold"/>
                <a:ea typeface="Poppins Bold"/>
                <a:cs typeface="Poppins Bold"/>
                <a:sym typeface="Poppins Bold"/>
              </a:rPr>
              <a:t>Menjadi Media Promosi Digital</a:t>
            </a:r>
          </a:p>
          <a:p>
            <a:pPr algn="l">
              <a:lnSpc>
                <a:spcPts val="3359"/>
              </a:lnSpc>
              <a:spcBef>
                <a:spcPct val="0"/>
              </a:spcBef>
            </a:pPr>
            <a:r>
              <a:rPr lang="en-US" sz="2399">
                <a:solidFill>
                  <a:srgbClr val="000000"/>
                </a:solidFill>
                <a:latin typeface="Poppins"/>
                <a:ea typeface="Poppins"/>
                <a:cs typeface="Poppins"/>
                <a:sym typeface="Poppins"/>
              </a:rPr>
              <a:t> M</a:t>
            </a:r>
            <a:r>
              <a:rPr lang="en-US" sz="2399">
                <a:solidFill>
                  <a:srgbClr val="000000"/>
                </a:solidFill>
                <a:latin typeface="Poppins"/>
                <a:ea typeface="Poppins"/>
                <a:cs typeface="Poppins"/>
                <a:sym typeface="Poppins"/>
              </a:rPr>
              <a:t>enyediakan platform profesional untuk menampilkan hasil</a:t>
            </a:r>
          </a:p>
          <a:p>
            <a:pPr algn="l">
              <a:lnSpc>
                <a:spcPts val="3359"/>
              </a:lnSpc>
              <a:spcBef>
                <a:spcPct val="0"/>
              </a:spcBef>
            </a:pPr>
            <a:r>
              <a:rPr lang="en-US" sz="2399">
                <a:solidFill>
                  <a:srgbClr val="000000"/>
                </a:solidFill>
                <a:latin typeface="Poppins"/>
                <a:ea typeface="Poppins"/>
                <a:cs typeface="Poppins"/>
                <a:sym typeface="Poppins"/>
              </a:rPr>
              <a:t> karya fotografi agar dapat dilihat oleh calon klien secara luas.</a:t>
            </a:r>
          </a:p>
        </p:txBody>
      </p:sp>
      <p:sp>
        <p:nvSpPr>
          <p:cNvPr name="TextBox 28" id="2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508F"/>
                </a:solidFill>
                <a:latin typeface="Open Sans"/>
                <a:ea typeface="Open Sans"/>
                <a:cs typeface="Open Sans"/>
                <a:sym typeface="Open Sans"/>
              </a:rPr>
              <a:t>4</a:t>
            </a:r>
          </a:p>
        </p:txBody>
      </p:sp>
      <p:sp>
        <p:nvSpPr>
          <p:cNvPr name="TextBox 29" id="29"/>
          <p:cNvSpPr txBox="true"/>
          <p:nvPr/>
        </p:nvSpPr>
        <p:spPr>
          <a:xfrm rot="0">
            <a:off x="1583657" y="4708205"/>
            <a:ext cx="10145497" cy="1682115"/>
          </a:xfrm>
          <a:prstGeom prst="rect">
            <a:avLst/>
          </a:prstGeom>
        </p:spPr>
        <p:txBody>
          <a:bodyPr anchor="t" rtlCol="false" tIns="0" lIns="0" bIns="0" rIns="0">
            <a:spAutoFit/>
          </a:bodyPr>
          <a:lstStyle/>
          <a:p>
            <a:pPr algn="l">
              <a:lnSpc>
                <a:spcPts val="3359"/>
              </a:lnSpc>
            </a:pPr>
            <a:r>
              <a:rPr lang="en-US" sz="2399" b="true">
                <a:solidFill>
                  <a:srgbClr val="000000"/>
                </a:solidFill>
                <a:latin typeface="Poppins Bold"/>
                <a:ea typeface="Poppins Bold"/>
                <a:cs typeface="Poppins Bold"/>
                <a:sym typeface="Poppins Bold"/>
              </a:rPr>
              <a:t>Mempermudah Penjualan Foto Secara Online</a:t>
            </a:r>
          </a:p>
          <a:p>
            <a:pPr algn="l">
              <a:lnSpc>
                <a:spcPts val="3359"/>
              </a:lnSpc>
              <a:spcBef>
                <a:spcPct val="0"/>
              </a:spcBef>
            </a:pPr>
            <a:r>
              <a:rPr lang="en-US" sz="2399">
                <a:solidFill>
                  <a:srgbClr val="000000"/>
                </a:solidFill>
                <a:latin typeface="Poppins"/>
                <a:ea typeface="Poppins"/>
                <a:cs typeface="Poppins"/>
                <a:sym typeface="Poppins"/>
              </a:rPr>
              <a:t>M</a:t>
            </a:r>
            <a:r>
              <a:rPr lang="en-US" sz="2399">
                <a:solidFill>
                  <a:srgbClr val="000000"/>
                </a:solidFill>
                <a:latin typeface="Poppins"/>
                <a:ea typeface="Poppins"/>
                <a:cs typeface="Poppins"/>
                <a:sym typeface="Poppins"/>
              </a:rPr>
              <a:t>enyediakan sistem toko digital yang memungkinkan pengunjung membeli dan mengunduh foto secara otomatis setelah pembayaran.</a:t>
            </a:r>
          </a:p>
        </p:txBody>
      </p:sp>
      <p:sp>
        <p:nvSpPr>
          <p:cNvPr name="TextBox 30" id="30"/>
          <p:cNvSpPr txBox="true"/>
          <p:nvPr/>
        </p:nvSpPr>
        <p:spPr>
          <a:xfrm rot="0">
            <a:off x="1583657" y="6609395"/>
            <a:ext cx="10145497" cy="1263015"/>
          </a:xfrm>
          <a:prstGeom prst="rect">
            <a:avLst/>
          </a:prstGeom>
        </p:spPr>
        <p:txBody>
          <a:bodyPr anchor="t" rtlCol="false" tIns="0" lIns="0" bIns="0" rIns="0">
            <a:spAutoFit/>
          </a:bodyPr>
          <a:lstStyle/>
          <a:p>
            <a:pPr algn="l">
              <a:lnSpc>
                <a:spcPts val="3359"/>
              </a:lnSpc>
            </a:pPr>
            <a:r>
              <a:rPr lang="en-US" sz="2399" b="true">
                <a:solidFill>
                  <a:srgbClr val="000000"/>
                </a:solidFill>
                <a:latin typeface="Poppins Bold"/>
                <a:ea typeface="Poppins Bold"/>
                <a:cs typeface="Poppins Bold"/>
                <a:sym typeface="Poppins Bold"/>
              </a:rPr>
              <a:t>Mempermudah Proses Booking Layanan Fotografi</a:t>
            </a:r>
          </a:p>
          <a:p>
            <a:pPr algn="l">
              <a:lnSpc>
                <a:spcPts val="3359"/>
              </a:lnSpc>
              <a:spcBef>
                <a:spcPct val="0"/>
              </a:spcBef>
            </a:pPr>
            <a:r>
              <a:rPr lang="en-US" b="true" sz="2399">
                <a:solidFill>
                  <a:srgbClr val="000000"/>
                </a:solidFill>
                <a:latin typeface="Poppins Bold"/>
                <a:ea typeface="Poppins Bold"/>
                <a:cs typeface="Poppins Bold"/>
                <a:sym typeface="Poppins Bold"/>
              </a:rPr>
              <a:t> </a:t>
            </a:r>
            <a:r>
              <a:rPr lang="en-US" sz="2399">
                <a:solidFill>
                  <a:srgbClr val="000000"/>
                </a:solidFill>
                <a:latin typeface="Poppins"/>
                <a:ea typeface="Poppins"/>
                <a:cs typeface="Poppins"/>
                <a:sym typeface="Poppins"/>
              </a:rPr>
              <a:t>M</a:t>
            </a:r>
            <a:r>
              <a:rPr lang="en-US" sz="2399">
                <a:solidFill>
                  <a:srgbClr val="000000"/>
                </a:solidFill>
                <a:latin typeface="Poppins"/>
                <a:ea typeface="Poppins"/>
                <a:cs typeface="Poppins"/>
                <a:sym typeface="Poppins"/>
              </a:rPr>
              <a:t>enyediakan sistem pemesanan paket layanan yang terstruktur dan praktis, termasuk pengisian data dan pembayaran.</a:t>
            </a:r>
          </a:p>
        </p:txBody>
      </p:sp>
      <p:sp>
        <p:nvSpPr>
          <p:cNvPr name="TextBox 31" id="31"/>
          <p:cNvSpPr txBox="true"/>
          <p:nvPr/>
        </p:nvSpPr>
        <p:spPr>
          <a:xfrm rot="0">
            <a:off x="1568675" y="8253410"/>
            <a:ext cx="10145497" cy="1682115"/>
          </a:xfrm>
          <a:prstGeom prst="rect">
            <a:avLst/>
          </a:prstGeom>
        </p:spPr>
        <p:txBody>
          <a:bodyPr anchor="t" rtlCol="false" tIns="0" lIns="0" bIns="0" rIns="0">
            <a:spAutoFit/>
          </a:bodyPr>
          <a:lstStyle/>
          <a:p>
            <a:pPr algn="l">
              <a:lnSpc>
                <a:spcPts val="3359"/>
              </a:lnSpc>
            </a:pPr>
            <a:r>
              <a:rPr lang="en-US" sz="2399" b="true">
                <a:solidFill>
                  <a:srgbClr val="000000"/>
                </a:solidFill>
                <a:latin typeface="Poppins Bold"/>
                <a:ea typeface="Poppins Bold"/>
                <a:cs typeface="Poppins Bold"/>
                <a:sym typeface="Poppins Bold"/>
              </a:rPr>
              <a:t>Mempermudah Proses Booking Layanan Fotografi</a:t>
            </a:r>
          </a:p>
          <a:p>
            <a:pPr algn="l">
              <a:lnSpc>
                <a:spcPts val="3359"/>
              </a:lnSpc>
              <a:spcBef>
                <a:spcPct val="0"/>
              </a:spcBef>
            </a:pPr>
            <a:r>
              <a:rPr lang="en-US" b="true" sz="2399">
                <a:solidFill>
                  <a:srgbClr val="000000"/>
                </a:solidFill>
                <a:latin typeface="Poppins Bold"/>
                <a:ea typeface="Poppins Bold"/>
                <a:cs typeface="Poppins Bold"/>
                <a:sym typeface="Poppins Bold"/>
              </a:rPr>
              <a:t> </a:t>
            </a:r>
            <a:r>
              <a:rPr lang="en-US" sz="2399">
                <a:solidFill>
                  <a:srgbClr val="000000"/>
                </a:solidFill>
                <a:latin typeface="Poppins"/>
                <a:ea typeface="Poppins"/>
                <a:cs typeface="Poppins"/>
                <a:sym typeface="Poppins"/>
              </a:rPr>
              <a:t>M</a:t>
            </a:r>
            <a:r>
              <a:rPr lang="en-US" sz="2399">
                <a:solidFill>
                  <a:srgbClr val="000000"/>
                </a:solidFill>
                <a:latin typeface="Poppins"/>
                <a:ea typeface="Poppins"/>
                <a:cs typeface="Poppins"/>
                <a:sym typeface="Poppins"/>
              </a:rPr>
              <a:t>enyediakan sistem pemesanan paket layanan yang terstruktur dan praktis, termasuk pengisian data dan pembayaran.</a:t>
            </a:r>
          </a:p>
          <a:p>
            <a:pPr algn="l">
              <a:lnSpc>
                <a:spcPts val="335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7744" y="-283567"/>
            <a:ext cx="18663487" cy="1061453"/>
            <a:chOff x="0" y="0"/>
            <a:chExt cx="4915486" cy="279560"/>
          </a:xfrm>
        </p:grpSpPr>
        <p:sp>
          <p:nvSpPr>
            <p:cNvPr name="Freeform 3" id="3"/>
            <p:cNvSpPr/>
            <p:nvPr/>
          </p:nvSpPr>
          <p:spPr>
            <a:xfrm flipH="false" flipV="false" rot="0">
              <a:off x="0" y="0"/>
              <a:ext cx="4915486" cy="279560"/>
            </a:xfrm>
            <a:custGeom>
              <a:avLst/>
              <a:gdLst/>
              <a:ahLst/>
              <a:cxnLst/>
              <a:rect r="r" b="b" t="t" l="l"/>
              <a:pathLst>
                <a:path h="279560" w="4915486">
                  <a:moveTo>
                    <a:pt x="0" y="0"/>
                  </a:moveTo>
                  <a:lnTo>
                    <a:pt x="4915486" y="0"/>
                  </a:lnTo>
                  <a:lnTo>
                    <a:pt x="4915486" y="279560"/>
                  </a:lnTo>
                  <a:lnTo>
                    <a:pt x="0" y="279560"/>
                  </a:lnTo>
                  <a:close/>
                </a:path>
              </a:pathLst>
            </a:custGeom>
            <a:solidFill>
              <a:srgbClr val="4E6AFF"/>
            </a:solidFill>
          </p:spPr>
        </p:sp>
        <p:sp>
          <p:nvSpPr>
            <p:cNvPr name="TextBox 4" id="4"/>
            <p:cNvSpPr txBox="true"/>
            <p:nvPr/>
          </p:nvSpPr>
          <p:spPr>
            <a:xfrm>
              <a:off x="0" y="-57150"/>
              <a:ext cx="4915486" cy="33671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053230" y="247159"/>
            <a:ext cx="297045" cy="29704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6507742" y="247159"/>
            <a:ext cx="297045" cy="29704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962255" y="247159"/>
            <a:ext cx="297045" cy="29704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619363" y="2340376"/>
            <a:ext cx="5108530" cy="322076"/>
            <a:chOff x="0" y="0"/>
            <a:chExt cx="1487767" cy="93799"/>
          </a:xfrm>
        </p:grpSpPr>
        <p:sp>
          <p:nvSpPr>
            <p:cNvPr name="Freeform 15" id="15"/>
            <p:cNvSpPr/>
            <p:nvPr/>
          </p:nvSpPr>
          <p:spPr>
            <a:xfrm flipH="false" flipV="false" rot="0">
              <a:off x="0" y="0"/>
              <a:ext cx="1487767" cy="93799"/>
            </a:xfrm>
            <a:custGeom>
              <a:avLst/>
              <a:gdLst/>
              <a:ahLst/>
              <a:cxnLst/>
              <a:rect r="r" b="b" t="t" l="l"/>
              <a:pathLst>
                <a:path h="93799" w="1487767">
                  <a:moveTo>
                    <a:pt x="0" y="0"/>
                  </a:moveTo>
                  <a:lnTo>
                    <a:pt x="1487767" y="0"/>
                  </a:lnTo>
                  <a:lnTo>
                    <a:pt x="1487767" y="93799"/>
                  </a:lnTo>
                  <a:lnTo>
                    <a:pt x="0" y="93799"/>
                  </a:lnTo>
                  <a:close/>
                </a:path>
              </a:pathLst>
            </a:custGeom>
            <a:solidFill>
              <a:srgbClr val="00C99F"/>
            </a:solidFill>
          </p:spPr>
        </p:sp>
        <p:sp>
          <p:nvSpPr>
            <p:cNvPr name="TextBox 16" id="16"/>
            <p:cNvSpPr txBox="true"/>
            <p:nvPr/>
          </p:nvSpPr>
          <p:spPr>
            <a:xfrm>
              <a:off x="0" y="-57150"/>
              <a:ext cx="1487767" cy="150949"/>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2582416" y="4407554"/>
            <a:ext cx="4379839" cy="2054003"/>
          </a:xfrm>
          <a:custGeom>
            <a:avLst/>
            <a:gdLst/>
            <a:ahLst/>
            <a:cxnLst/>
            <a:rect r="r" b="b" t="t" l="l"/>
            <a:pathLst>
              <a:path h="2054003" w="4379839">
                <a:moveTo>
                  <a:pt x="0" y="0"/>
                </a:moveTo>
                <a:lnTo>
                  <a:pt x="4379839" y="0"/>
                </a:lnTo>
                <a:lnTo>
                  <a:pt x="4379839" y="2054003"/>
                </a:lnTo>
                <a:lnTo>
                  <a:pt x="0" y="2054003"/>
                </a:lnTo>
                <a:lnTo>
                  <a:pt x="0" y="0"/>
                </a:lnTo>
                <a:close/>
              </a:path>
            </a:pathLst>
          </a:custGeom>
          <a:blipFill>
            <a:blip r:embed="rId2"/>
            <a:stretch>
              <a:fillRect l="0" t="-17924" r="0" b="-17924"/>
            </a:stretch>
          </a:blipFill>
        </p:spPr>
      </p:sp>
      <p:sp>
        <p:nvSpPr>
          <p:cNvPr name="Freeform 18" id="18"/>
          <p:cNvSpPr/>
          <p:nvPr/>
        </p:nvSpPr>
        <p:spPr>
          <a:xfrm flipH="false" flipV="false" rot="0">
            <a:off x="12582416" y="6796408"/>
            <a:ext cx="4379839" cy="2054003"/>
          </a:xfrm>
          <a:custGeom>
            <a:avLst/>
            <a:gdLst/>
            <a:ahLst/>
            <a:cxnLst/>
            <a:rect r="r" b="b" t="t" l="l"/>
            <a:pathLst>
              <a:path h="2054003" w="4379839">
                <a:moveTo>
                  <a:pt x="0" y="0"/>
                </a:moveTo>
                <a:lnTo>
                  <a:pt x="4379839" y="0"/>
                </a:lnTo>
                <a:lnTo>
                  <a:pt x="4379839" y="2054003"/>
                </a:lnTo>
                <a:lnTo>
                  <a:pt x="0" y="2054003"/>
                </a:lnTo>
                <a:lnTo>
                  <a:pt x="0" y="0"/>
                </a:lnTo>
                <a:close/>
              </a:path>
            </a:pathLst>
          </a:custGeom>
          <a:blipFill>
            <a:blip r:embed="rId3"/>
            <a:stretch>
              <a:fillRect l="0" t="-21078" r="0" b="-21078"/>
            </a:stretch>
          </a:blipFill>
        </p:spPr>
      </p:sp>
      <p:sp>
        <p:nvSpPr>
          <p:cNvPr name="Freeform 19" id="19"/>
          <p:cNvSpPr/>
          <p:nvPr/>
        </p:nvSpPr>
        <p:spPr>
          <a:xfrm flipH="false" flipV="false" rot="0">
            <a:off x="12582416" y="1903308"/>
            <a:ext cx="4379839" cy="2171283"/>
          </a:xfrm>
          <a:custGeom>
            <a:avLst/>
            <a:gdLst/>
            <a:ahLst/>
            <a:cxnLst/>
            <a:rect r="r" b="b" t="t" l="l"/>
            <a:pathLst>
              <a:path h="2171283" w="4379839">
                <a:moveTo>
                  <a:pt x="0" y="0"/>
                </a:moveTo>
                <a:lnTo>
                  <a:pt x="4379839" y="0"/>
                </a:lnTo>
                <a:lnTo>
                  <a:pt x="4379839" y="2171282"/>
                </a:lnTo>
                <a:lnTo>
                  <a:pt x="0" y="2171282"/>
                </a:lnTo>
                <a:lnTo>
                  <a:pt x="0" y="0"/>
                </a:lnTo>
                <a:close/>
              </a:path>
            </a:pathLst>
          </a:custGeom>
          <a:blipFill>
            <a:blip r:embed="rId4"/>
            <a:stretch>
              <a:fillRect l="0" t="-13739" r="0" b="-19141"/>
            </a:stretch>
          </a:blipFill>
        </p:spPr>
      </p:sp>
      <p:sp>
        <p:nvSpPr>
          <p:cNvPr name="TextBox 20" id="2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5</a:t>
            </a:r>
          </a:p>
        </p:txBody>
      </p:sp>
      <p:sp>
        <p:nvSpPr>
          <p:cNvPr name="TextBox 21" id="21"/>
          <p:cNvSpPr txBox="true"/>
          <p:nvPr/>
        </p:nvSpPr>
        <p:spPr>
          <a:xfrm rot="0">
            <a:off x="1619363" y="997708"/>
            <a:ext cx="8882658" cy="1503706"/>
          </a:xfrm>
          <a:prstGeom prst="rect">
            <a:avLst/>
          </a:prstGeom>
        </p:spPr>
        <p:txBody>
          <a:bodyPr anchor="t" rtlCol="false" tIns="0" lIns="0" bIns="0" rIns="0">
            <a:spAutoFit/>
          </a:bodyPr>
          <a:lstStyle/>
          <a:p>
            <a:pPr algn="ctr">
              <a:lnSpc>
                <a:spcPts val="11093"/>
              </a:lnSpc>
            </a:pPr>
            <a:r>
              <a:rPr lang="en-US" sz="7923">
                <a:solidFill>
                  <a:srgbClr val="00508F"/>
                </a:solidFill>
                <a:latin typeface="Balloon Extra Bold"/>
                <a:ea typeface="Balloon Extra Bold"/>
                <a:cs typeface="Balloon Extra Bold"/>
                <a:sym typeface="Balloon Extra Bold"/>
              </a:rPr>
              <a:t>FITUR - FITUR WEBSITE</a:t>
            </a:r>
          </a:p>
        </p:txBody>
      </p:sp>
      <p:grpSp>
        <p:nvGrpSpPr>
          <p:cNvPr name="Group 22" id="22"/>
          <p:cNvGrpSpPr/>
          <p:nvPr/>
        </p:nvGrpSpPr>
        <p:grpSpPr>
          <a:xfrm rot="0">
            <a:off x="77382" y="2501414"/>
            <a:ext cx="1130332" cy="1130332"/>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100"/>
            </a:solidFill>
          </p:spPr>
        </p:sp>
        <p:sp>
          <p:nvSpPr>
            <p:cNvPr name="TextBox 24" id="2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233675" y="8835611"/>
            <a:ext cx="1130332" cy="1130332"/>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769"/>
            </a:solidFill>
          </p:spPr>
        </p:sp>
        <p:sp>
          <p:nvSpPr>
            <p:cNvPr name="TextBox 27" id="2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77382" y="4846959"/>
            <a:ext cx="1130332" cy="1130332"/>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100"/>
            </a:solidFill>
          </p:spPr>
        </p:sp>
        <p:sp>
          <p:nvSpPr>
            <p:cNvPr name="TextBox 30" id="3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77382" y="6796408"/>
            <a:ext cx="1130332" cy="1130332"/>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100"/>
            </a:solidFill>
          </p:spPr>
        </p:sp>
        <p:sp>
          <p:nvSpPr>
            <p:cNvPr name="TextBox 33" id="3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486255" y="2246671"/>
            <a:ext cx="312586" cy="1385075"/>
          </a:xfrm>
          <a:prstGeom prst="rect">
            <a:avLst/>
          </a:prstGeom>
        </p:spPr>
        <p:txBody>
          <a:bodyPr anchor="t" rtlCol="false" tIns="0" lIns="0" bIns="0" rIns="0">
            <a:spAutoFit/>
          </a:bodyPr>
          <a:lstStyle/>
          <a:p>
            <a:pPr algn="ctr">
              <a:lnSpc>
                <a:spcPts val="10761"/>
              </a:lnSpc>
              <a:spcBef>
                <a:spcPct val="0"/>
              </a:spcBef>
            </a:pPr>
            <a:r>
              <a:rPr lang="en-US" sz="7686">
                <a:solidFill>
                  <a:srgbClr val="000000"/>
                </a:solidFill>
                <a:latin typeface="Poppins"/>
                <a:ea typeface="Poppins"/>
                <a:cs typeface="Poppins"/>
                <a:sym typeface="Poppins"/>
              </a:rPr>
              <a:t>1</a:t>
            </a:r>
          </a:p>
        </p:txBody>
      </p:sp>
      <p:sp>
        <p:nvSpPr>
          <p:cNvPr name="TextBox 35" id="35"/>
          <p:cNvSpPr txBox="true"/>
          <p:nvPr/>
        </p:nvSpPr>
        <p:spPr>
          <a:xfrm rot="0">
            <a:off x="361819" y="4637077"/>
            <a:ext cx="561457" cy="1385075"/>
          </a:xfrm>
          <a:prstGeom prst="rect">
            <a:avLst/>
          </a:prstGeom>
        </p:spPr>
        <p:txBody>
          <a:bodyPr anchor="t" rtlCol="false" tIns="0" lIns="0" bIns="0" rIns="0">
            <a:spAutoFit/>
          </a:bodyPr>
          <a:lstStyle/>
          <a:p>
            <a:pPr algn="ctr">
              <a:lnSpc>
                <a:spcPts val="10761"/>
              </a:lnSpc>
              <a:spcBef>
                <a:spcPct val="0"/>
              </a:spcBef>
            </a:pPr>
            <a:r>
              <a:rPr lang="en-US" sz="7686">
                <a:solidFill>
                  <a:srgbClr val="000000"/>
                </a:solidFill>
                <a:latin typeface="Poppins"/>
                <a:ea typeface="Poppins"/>
                <a:cs typeface="Poppins"/>
                <a:sym typeface="Poppins"/>
              </a:rPr>
              <a:t>2</a:t>
            </a:r>
          </a:p>
        </p:txBody>
      </p:sp>
      <p:sp>
        <p:nvSpPr>
          <p:cNvPr name="TextBox 36" id="36"/>
          <p:cNvSpPr txBox="true"/>
          <p:nvPr/>
        </p:nvSpPr>
        <p:spPr>
          <a:xfrm rot="0">
            <a:off x="354955" y="6631387"/>
            <a:ext cx="575186" cy="1385075"/>
          </a:xfrm>
          <a:prstGeom prst="rect">
            <a:avLst/>
          </a:prstGeom>
        </p:spPr>
        <p:txBody>
          <a:bodyPr anchor="t" rtlCol="false" tIns="0" lIns="0" bIns="0" rIns="0">
            <a:spAutoFit/>
          </a:bodyPr>
          <a:lstStyle/>
          <a:p>
            <a:pPr algn="ctr">
              <a:lnSpc>
                <a:spcPts val="10761"/>
              </a:lnSpc>
              <a:spcBef>
                <a:spcPct val="0"/>
              </a:spcBef>
            </a:pPr>
            <a:r>
              <a:rPr lang="en-US" sz="7686">
                <a:solidFill>
                  <a:srgbClr val="000000"/>
                </a:solidFill>
                <a:latin typeface="Poppins"/>
                <a:ea typeface="Poppins"/>
                <a:cs typeface="Poppins"/>
                <a:sym typeface="Poppins"/>
              </a:rPr>
              <a:t>3</a:t>
            </a:r>
          </a:p>
        </p:txBody>
      </p:sp>
      <p:sp>
        <p:nvSpPr>
          <p:cNvPr name="TextBox 37" id="37"/>
          <p:cNvSpPr txBox="true"/>
          <p:nvPr/>
        </p:nvSpPr>
        <p:spPr>
          <a:xfrm rot="0">
            <a:off x="465445" y="8607011"/>
            <a:ext cx="614124" cy="1395428"/>
          </a:xfrm>
          <a:prstGeom prst="rect">
            <a:avLst/>
          </a:prstGeom>
        </p:spPr>
        <p:txBody>
          <a:bodyPr anchor="t" rtlCol="false" tIns="0" lIns="0" bIns="0" rIns="0">
            <a:spAutoFit/>
          </a:bodyPr>
          <a:lstStyle/>
          <a:p>
            <a:pPr algn="ctr">
              <a:lnSpc>
                <a:spcPts val="10761"/>
              </a:lnSpc>
              <a:spcBef>
                <a:spcPct val="0"/>
              </a:spcBef>
            </a:pPr>
            <a:r>
              <a:rPr lang="en-US" sz="7686">
                <a:solidFill>
                  <a:srgbClr val="FFFFFF"/>
                </a:solidFill>
                <a:latin typeface="Poppins"/>
                <a:ea typeface="Poppins"/>
                <a:cs typeface="Poppins"/>
                <a:sym typeface="Poppins"/>
              </a:rPr>
              <a:t>4</a:t>
            </a:r>
          </a:p>
        </p:txBody>
      </p:sp>
      <p:sp>
        <p:nvSpPr>
          <p:cNvPr name="TextBox 38" id="38"/>
          <p:cNvSpPr txBox="true"/>
          <p:nvPr/>
        </p:nvSpPr>
        <p:spPr>
          <a:xfrm rot="0">
            <a:off x="1619363" y="2731789"/>
            <a:ext cx="6647736" cy="1675765"/>
          </a:xfrm>
          <a:prstGeom prst="rect">
            <a:avLst/>
          </a:prstGeom>
        </p:spPr>
        <p:txBody>
          <a:bodyPr anchor="t" rtlCol="false" tIns="0" lIns="0" bIns="0" rIns="0">
            <a:spAutoFit/>
          </a:bodyPr>
          <a:lstStyle/>
          <a:p>
            <a:pPr algn="just">
              <a:lnSpc>
                <a:spcPts val="2659"/>
              </a:lnSpc>
              <a:spcBef>
                <a:spcPct val="0"/>
              </a:spcBef>
            </a:pPr>
            <a:r>
              <a:rPr lang="en-US" sz="1899">
                <a:solidFill>
                  <a:srgbClr val="000000"/>
                </a:solidFill>
                <a:latin typeface="Poppins"/>
                <a:ea typeface="Poppins"/>
                <a:cs typeface="Poppins"/>
                <a:sym typeface="Poppins"/>
              </a:rPr>
              <a:t> B</a:t>
            </a:r>
            <a:r>
              <a:rPr lang="en-US" sz="1899">
                <a:solidFill>
                  <a:srgbClr val="000000"/>
                </a:solidFill>
                <a:latin typeface="Poppins"/>
                <a:ea typeface="Poppins"/>
                <a:cs typeface="Poppins"/>
                <a:sym typeface="Poppins"/>
              </a:rPr>
              <a:t>eranda (Home)</a:t>
            </a:r>
          </a:p>
          <a:p>
            <a:pPr algn="just" marL="410209" indent="-205105" lvl="1">
              <a:lnSpc>
                <a:spcPts val="2659"/>
              </a:lnSpc>
              <a:spcBef>
                <a:spcPct val="0"/>
              </a:spcBef>
              <a:buFont typeface="Arial"/>
              <a:buChar char="•"/>
            </a:pPr>
            <a:r>
              <a:rPr lang="en-US" sz="1899">
                <a:solidFill>
                  <a:srgbClr val="000000"/>
                </a:solidFill>
                <a:latin typeface="Poppins"/>
                <a:ea typeface="Poppins"/>
                <a:cs typeface="Poppins"/>
                <a:sym typeface="Poppins"/>
              </a:rPr>
              <a:t>Ringkasan profil fotografer</a:t>
            </a:r>
          </a:p>
          <a:p>
            <a:pPr algn="just" marL="410209" indent="-205105" lvl="1">
              <a:lnSpc>
                <a:spcPts val="2659"/>
              </a:lnSpc>
              <a:spcBef>
                <a:spcPct val="0"/>
              </a:spcBef>
              <a:buFont typeface="Arial"/>
              <a:buChar char="•"/>
            </a:pPr>
            <a:r>
              <a:rPr lang="en-US" sz="1899">
                <a:solidFill>
                  <a:srgbClr val="000000"/>
                </a:solidFill>
                <a:latin typeface="Poppins"/>
                <a:ea typeface="Poppins"/>
                <a:cs typeface="Poppins"/>
                <a:sym typeface="Poppins"/>
              </a:rPr>
              <a:t>Highlight portofolio (slideshow)</a:t>
            </a:r>
          </a:p>
          <a:p>
            <a:pPr algn="just" marL="410209" indent="-205105" lvl="1">
              <a:lnSpc>
                <a:spcPts val="2659"/>
              </a:lnSpc>
              <a:spcBef>
                <a:spcPct val="0"/>
              </a:spcBef>
              <a:buFont typeface="Arial"/>
              <a:buChar char="•"/>
            </a:pPr>
            <a:r>
              <a:rPr lang="en-US" sz="1899">
                <a:solidFill>
                  <a:srgbClr val="000000"/>
                </a:solidFill>
                <a:latin typeface="Poppins"/>
                <a:ea typeface="Poppins"/>
                <a:cs typeface="Poppins"/>
                <a:sym typeface="Poppins"/>
              </a:rPr>
              <a:t>CTA (Call to Action): “Lihat Karya”, “Pesan Sekarang”</a:t>
            </a:r>
          </a:p>
          <a:p>
            <a:pPr algn="just">
              <a:lnSpc>
                <a:spcPts val="2659"/>
              </a:lnSpc>
              <a:spcBef>
                <a:spcPct val="0"/>
              </a:spcBef>
            </a:pPr>
          </a:p>
        </p:txBody>
      </p:sp>
      <p:sp>
        <p:nvSpPr>
          <p:cNvPr name="TextBox 39" id="39"/>
          <p:cNvSpPr txBox="true"/>
          <p:nvPr/>
        </p:nvSpPr>
        <p:spPr>
          <a:xfrm rot="0">
            <a:off x="1619363" y="4734785"/>
            <a:ext cx="6009918" cy="1342390"/>
          </a:xfrm>
          <a:prstGeom prst="rect">
            <a:avLst/>
          </a:prstGeom>
        </p:spPr>
        <p:txBody>
          <a:bodyPr anchor="t" rtlCol="false" tIns="0" lIns="0" bIns="0" rIns="0">
            <a:spAutoFit/>
          </a:bodyPr>
          <a:lstStyle/>
          <a:p>
            <a:pPr algn="just">
              <a:lnSpc>
                <a:spcPts val="2659"/>
              </a:lnSpc>
              <a:spcBef>
                <a:spcPct val="0"/>
              </a:spcBef>
            </a:pPr>
            <a:r>
              <a:rPr lang="en-US" sz="1899">
                <a:solidFill>
                  <a:srgbClr val="000000"/>
                </a:solidFill>
                <a:latin typeface="Poppins"/>
                <a:ea typeface="Poppins"/>
                <a:cs typeface="Poppins"/>
                <a:sym typeface="Poppins"/>
              </a:rPr>
              <a:t>Gal</a:t>
            </a:r>
            <a:r>
              <a:rPr lang="en-US" sz="1899">
                <a:solidFill>
                  <a:srgbClr val="000000"/>
                </a:solidFill>
                <a:latin typeface="Poppins"/>
                <a:ea typeface="Poppins"/>
                <a:cs typeface="Poppins"/>
                <a:sym typeface="Poppins"/>
              </a:rPr>
              <a:t>eri / Portofolio</a:t>
            </a:r>
          </a:p>
          <a:p>
            <a:pPr algn="just" marL="410209" indent="-205105" lvl="1">
              <a:lnSpc>
                <a:spcPts val="2659"/>
              </a:lnSpc>
              <a:spcBef>
                <a:spcPct val="0"/>
              </a:spcBef>
              <a:buFont typeface="Arial"/>
              <a:buChar char="•"/>
            </a:pPr>
            <a:r>
              <a:rPr lang="en-US" sz="1899">
                <a:solidFill>
                  <a:srgbClr val="000000"/>
                </a:solidFill>
                <a:latin typeface="Poppins"/>
                <a:ea typeface="Poppins"/>
                <a:cs typeface="Poppins"/>
                <a:sym typeface="Poppins"/>
              </a:rPr>
              <a:t>Kumpulan foto karya (terbagi dalam kategori)</a:t>
            </a:r>
          </a:p>
          <a:p>
            <a:pPr algn="just" marL="410209" indent="-205105" lvl="1">
              <a:lnSpc>
                <a:spcPts val="2659"/>
              </a:lnSpc>
              <a:spcBef>
                <a:spcPct val="0"/>
              </a:spcBef>
              <a:buFont typeface="Arial"/>
              <a:buChar char="•"/>
            </a:pPr>
            <a:r>
              <a:rPr lang="en-US" sz="1899">
                <a:solidFill>
                  <a:srgbClr val="000000"/>
                </a:solidFill>
                <a:latin typeface="Poppins"/>
                <a:ea typeface="Poppins"/>
                <a:cs typeface="Poppins"/>
                <a:sym typeface="Poppins"/>
              </a:rPr>
              <a:t>Opsi beli foto (per item)</a:t>
            </a:r>
          </a:p>
          <a:p>
            <a:pPr algn="just">
              <a:lnSpc>
                <a:spcPts val="2659"/>
              </a:lnSpc>
              <a:spcBef>
                <a:spcPct val="0"/>
              </a:spcBef>
            </a:pPr>
          </a:p>
        </p:txBody>
      </p:sp>
      <p:sp>
        <p:nvSpPr>
          <p:cNvPr name="TextBox 40" id="40"/>
          <p:cNvSpPr txBox="true"/>
          <p:nvPr/>
        </p:nvSpPr>
        <p:spPr>
          <a:xfrm rot="0">
            <a:off x="1619363" y="6143850"/>
            <a:ext cx="5549503" cy="2009140"/>
          </a:xfrm>
          <a:prstGeom prst="rect">
            <a:avLst/>
          </a:prstGeom>
        </p:spPr>
        <p:txBody>
          <a:bodyPr anchor="t" rtlCol="false" tIns="0" lIns="0" bIns="0" rIns="0">
            <a:spAutoFit/>
          </a:bodyPr>
          <a:lstStyle/>
          <a:p>
            <a:pPr algn="just">
              <a:lnSpc>
                <a:spcPts val="2659"/>
              </a:lnSpc>
              <a:spcBef>
                <a:spcPct val="0"/>
              </a:spcBef>
            </a:pPr>
            <a:r>
              <a:rPr lang="en-US" sz="1899">
                <a:solidFill>
                  <a:srgbClr val="000000"/>
                </a:solidFill>
                <a:latin typeface="Poppins"/>
                <a:ea typeface="Poppins"/>
                <a:cs typeface="Poppins"/>
                <a:sym typeface="Poppins"/>
              </a:rPr>
              <a:t>Toko / Jual</a:t>
            </a:r>
            <a:r>
              <a:rPr lang="en-US" sz="1899">
                <a:solidFill>
                  <a:srgbClr val="000000"/>
                </a:solidFill>
                <a:latin typeface="Poppins"/>
                <a:ea typeface="Poppins"/>
                <a:cs typeface="Poppins"/>
                <a:sym typeface="Poppins"/>
              </a:rPr>
              <a:t> Foto</a:t>
            </a:r>
          </a:p>
          <a:p>
            <a:pPr algn="just" marL="410209" indent="-205105" lvl="1">
              <a:lnSpc>
                <a:spcPts val="2659"/>
              </a:lnSpc>
              <a:spcBef>
                <a:spcPct val="0"/>
              </a:spcBef>
              <a:buFont typeface="Arial"/>
              <a:buChar char="•"/>
            </a:pPr>
            <a:r>
              <a:rPr lang="en-US" sz="1899">
                <a:solidFill>
                  <a:srgbClr val="000000"/>
                </a:solidFill>
                <a:latin typeface="Poppins"/>
                <a:ea typeface="Poppins"/>
                <a:cs typeface="Poppins"/>
                <a:sym typeface="Poppins"/>
              </a:rPr>
              <a:t>Daftar foto yang bisa dibeli</a:t>
            </a:r>
          </a:p>
          <a:p>
            <a:pPr algn="just" marL="410209" indent="-205105" lvl="1">
              <a:lnSpc>
                <a:spcPts val="2659"/>
              </a:lnSpc>
              <a:spcBef>
                <a:spcPct val="0"/>
              </a:spcBef>
              <a:buFont typeface="Arial"/>
              <a:buChar char="•"/>
            </a:pPr>
            <a:r>
              <a:rPr lang="en-US" sz="1899">
                <a:solidFill>
                  <a:srgbClr val="000000"/>
                </a:solidFill>
                <a:latin typeface="Poppins"/>
                <a:ea typeface="Poppins"/>
                <a:cs typeface="Poppins"/>
                <a:sym typeface="Poppins"/>
              </a:rPr>
              <a:t>Fitur keranjang belanja</a:t>
            </a:r>
          </a:p>
          <a:p>
            <a:pPr algn="just" marL="410209" indent="-205105" lvl="1">
              <a:lnSpc>
                <a:spcPts val="2659"/>
              </a:lnSpc>
              <a:spcBef>
                <a:spcPct val="0"/>
              </a:spcBef>
              <a:buFont typeface="Arial"/>
              <a:buChar char="•"/>
            </a:pPr>
            <a:r>
              <a:rPr lang="en-US" sz="1899">
                <a:solidFill>
                  <a:srgbClr val="000000"/>
                </a:solidFill>
                <a:latin typeface="Poppins"/>
                <a:ea typeface="Poppins"/>
                <a:cs typeface="Poppins"/>
                <a:sym typeface="Poppins"/>
              </a:rPr>
              <a:t>Pembayaran online (Payment Gateway)</a:t>
            </a:r>
          </a:p>
          <a:p>
            <a:pPr algn="just" marL="410209" indent="-205105" lvl="1">
              <a:lnSpc>
                <a:spcPts val="2659"/>
              </a:lnSpc>
              <a:spcBef>
                <a:spcPct val="0"/>
              </a:spcBef>
              <a:buFont typeface="Arial"/>
              <a:buChar char="•"/>
            </a:pPr>
            <a:r>
              <a:rPr lang="en-US" sz="1899">
                <a:solidFill>
                  <a:srgbClr val="000000"/>
                </a:solidFill>
                <a:latin typeface="Poppins"/>
                <a:ea typeface="Poppins"/>
                <a:cs typeface="Poppins"/>
                <a:sym typeface="Poppins"/>
              </a:rPr>
              <a:t>Peng</a:t>
            </a:r>
            <a:r>
              <a:rPr lang="en-US" sz="1899">
                <a:solidFill>
                  <a:srgbClr val="000000"/>
                </a:solidFill>
                <a:latin typeface="Poppins"/>
                <a:ea typeface="Poppins"/>
                <a:cs typeface="Poppins"/>
                <a:sym typeface="Poppins"/>
              </a:rPr>
              <a:t>iriman otomatis setelah pembayaran</a:t>
            </a:r>
          </a:p>
          <a:p>
            <a:pPr algn="just">
              <a:lnSpc>
                <a:spcPts val="2659"/>
              </a:lnSpc>
              <a:spcBef>
                <a:spcPct val="0"/>
              </a:spcBef>
            </a:pPr>
          </a:p>
        </p:txBody>
      </p:sp>
      <p:sp>
        <p:nvSpPr>
          <p:cNvPr name="TextBox 41" id="41"/>
          <p:cNvSpPr txBox="true"/>
          <p:nvPr/>
        </p:nvSpPr>
        <p:spPr>
          <a:xfrm rot="0">
            <a:off x="1619363" y="8367632"/>
            <a:ext cx="7708940" cy="2009140"/>
          </a:xfrm>
          <a:prstGeom prst="rect">
            <a:avLst/>
          </a:prstGeom>
        </p:spPr>
        <p:txBody>
          <a:bodyPr anchor="t" rtlCol="false" tIns="0" lIns="0" bIns="0" rIns="0">
            <a:spAutoFit/>
          </a:bodyPr>
          <a:lstStyle/>
          <a:p>
            <a:pPr algn="just">
              <a:lnSpc>
                <a:spcPts val="2659"/>
              </a:lnSpc>
              <a:spcBef>
                <a:spcPct val="0"/>
              </a:spcBef>
            </a:pPr>
            <a:r>
              <a:rPr lang="en-US" sz="1899">
                <a:solidFill>
                  <a:srgbClr val="000000"/>
                </a:solidFill>
                <a:latin typeface="Poppins"/>
                <a:ea typeface="Poppins"/>
                <a:cs typeface="Poppins"/>
                <a:sym typeface="Poppins"/>
              </a:rPr>
              <a:t>Booking &amp; Pake</a:t>
            </a:r>
            <a:r>
              <a:rPr lang="en-US" sz="1899">
                <a:solidFill>
                  <a:srgbClr val="000000"/>
                </a:solidFill>
                <a:latin typeface="Poppins"/>
                <a:ea typeface="Poppins"/>
                <a:cs typeface="Poppins"/>
                <a:sym typeface="Poppins"/>
              </a:rPr>
              <a:t>t</a:t>
            </a:r>
          </a:p>
          <a:p>
            <a:pPr algn="just" marL="410209" indent="-205105" lvl="1">
              <a:lnSpc>
                <a:spcPts val="2659"/>
              </a:lnSpc>
              <a:spcBef>
                <a:spcPct val="0"/>
              </a:spcBef>
              <a:buFont typeface="Arial"/>
              <a:buChar char="•"/>
            </a:pPr>
            <a:r>
              <a:rPr lang="en-US" sz="1899">
                <a:solidFill>
                  <a:srgbClr val="000000"/>
                </a:solidFill>
                <a:latin typeface="Poppins"/>
                <a:ea typeface="Poppins"/>
                <a:cs typeface="Poppins"/>
                <a:sym typeface="Poppins"/>
              </a:rPr>
              <a:t>Daftar paket jasa fotografi (Wedding, Prewedding, Event, dll.)</a:t>
            </a:r>
          </a:p>
          <a:p>
            <a:pPr algn="just" marL="410209" indent="-205105" lvl="1">
              <a:lnSpc>
                <a:spcPts val="2659"/>
              </a:lnSpc>
              <a:spcBef>
                <a:spcPct val="0"/>
              </a:spcBef>
              <a:buFont typeface="Arial"/>
              <a:buChar char="•"/>
            </a:pPr>
            <a:r>
              <a:rPr lang="en-US" sz="1899">
                <a:solidFill>
                  <a:srgbClr val="000000"/>
                </a:solidFill>
                <a:latin typeface="Poppins"/>
                <a:ea typeface="Poppins"/>
                <a:cs typeface="Poppins"/>
                <a:sym typeface="Poppins"/>
              </a:rPr>
              <a:t>Deskripsi dan harga paket</a:t>
            </a:r>
          </a:p>
          <a:p>
            <a:pPr algn="just" marL="410209" indent="-205105" lvl="1">
              <a:lnSpc>
                <a:spcPts val="2659"/>
              </a:lnSpc>
              <a:spcBef>
                <a:spcPct val="0"/>
              </a:spcBef>
              <a:buFont typeface="Arial"/>
              <a:buChar char="•"/>
            </a:pPr>
            <a:r>
              <a:rPr lang="en-US" sz="1899">
                <a:solidFill>
                  <a:srgbClr val="000000"/>
                </a:solidFill>
                <a:latin typeface="Poppins"/>
                <a:ea typeface="Poppins"/>
                <a:cs typeface="Poppins"/>
                <a:sym typeface="Poppins"/>
              </a:rPr>
              <a:t>For</a:t>
            </a:r>
            <a:r>
              <a:rPr lang="en-US" sz="1899">
                <a:solidFill>
                  <a:srgbClr val="000000"/>
                </a:solidFill>
                <a:latin typeface="Poppins"/>
                <a:ea typeface="Poppins"/>
                <a:cs typeface="Poppins"/>
                <a:sym typeface="Poppins"/>
              </a:rPr>
              <a:t>mulir booking (pilih ta</a:t>
            </a:r>
            <a:r>
              <a:rPr lang="en-US" sz="1899">
                <a:solidFill>
                  <a:srgbClr val="000000"/>
                </a:solidFill>
                <a:latin typeface="Poppins"/>
                <a:ea typeface="Poppins"/>
                <a:cs typeface="Poppins"/>
                <a:sym typeface="Poppins"/>
              </a:rPr>
              <a:t>ngg</a:t>
            </a:r>
            <a:r>
              <a:rPr lang="en-US" sz="1899">
                <a:solidFill>
                  <a:srgbClr val="000000"/>
                </a:solidFill>
                <a:latin typeface="Poppins"/>
                <a:ea typeface="Poppins"/>
                <a:cs typeface="Poppins"/>
                <a:sym typeface="Poppins"/>
              </a:rPr>
              <a:t>al, lokasi, dll.)</a:t>
            </a:r>
          </a:p>
          <a:p>
            <a:pPr algn="just" marL="410209" indent="-205105" lvl="1">
              <a:lnSpc>
                <a:spcPts val="2659"/>
              </a:lnSpc>
              <a:spcBef>
                <a:spcPct val="0"/>
              </a:spcBef>
              <a:buFont typeface="Arial"/>
              <a:buChar char="•"/>
            </a:pPr>
            <a:r>
              <a:rPr lang="en-US" sz="1899">
                <a:solidFill>
                  <a:srgbClr val="000000"/>
                </a:solidFill>
                <a:latin typeface="Poppins"/>
                <a:ea typeface="Poppins"/>
                <a:cs typeface="Poppins"/>
                <a:sym typeface="Poppins"/>
              </a:rPr>
              <a:t>Konfirmasi &amp; pembayaran DP / full</a:t>
            </a:r>
          </a:p>
          <a:p>
            <a:pPr algn="just">
              <a:lnSpc>
                <a:spcPts val="265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1587" r="0" b="-51587"/>
            </a:stretch>
          </a:blipFill>
        </p:spPr>
      </p:sp>
      <p:grpSp>
        <p:nvGrpSpPr>
          <p:cNvPr name="Group 3" id="3"/>
          <p:cNvGrpSpPr/>
          <p:nvPr/>
        </p:nvGrpSpPr>
        <p:grpSpPr>
          <a:xfrm rot="0">
            <a:off x="10286048" y="799924"/>
            <a:ext cx="297045" cy="29704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507742" y="247159"/>
            <a:ext cx="297045" cy="29704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962255" y="247159"/>
            <a:ext cx="297045" cy="29704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a:off x="4703272" y="2663504"/>
            <a:ext cx="469653" cy="0"/>
          </a:xfrm>
          <a:prstGeom prst="line">
            <a:avLst/>
          </a:prstGeom>
          <a:ln cap="flat" w="28575">
            <a:solidFill>
              <a:srgbClr val="000000"/>
            </a:solidFill>
            <a:prstDash val="solid"/>
            <a:headEnd type="none" len="sm" w="sm"/>
            <a:tailEnd type="arrow" len="sm" w="med"/>
          </a:ln>
        </p:spPr>
      </p:sp>
      <p:sp>
        <p:nvSpPr>
          <p:cNvPr name="Freeform 13" id="13"/>
          <p:cNvSpPr/>
          <p:nvPr/>
        </p:nvSpPr>
        <p:spPr>
          <a:xfrm flipH="false" flipV="false" rot="0">
            <a:off x="5373070" y="2328678"/>
            <a:ext cx="2008955" cy="669652"/>
          </a:xfrm>
          <a:custGeom>
            <a:avLst/>
            <a:gdLst/>
            <a:ahLst/>
            <a:cxnLst/>
            <a:rect r="r" b="b" t="t" l="l"/>
            <a:pathLst>
              <a:path h="669652" w="2008955">
                <a:moveTo>
                  <a:pt x="0" y="0"/>
                </a:moveTo>
                <a:lnTo>
                  <a:pt x="2008955" y="0"/>
                </a:lnTo>
                <a:lnTo>
                  <a:pt x="2008955" y="669652"/>
                </a:lnTo>
                <a:lnTo>
                  <a:pt x="0" y="6696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4" id="14"/>
          <p:cNvSpPr/>
          <p:nvPr/>
        </p:nvSpPr>
        <p:spPr>
          <a:xfrm flipH="true">
            <a:off x="5529600" y="3168017"/>
            <a:ext cx="189308" cy="429810"/>
          </a:xfrm>
          <a:prstGeom prst="line">
            <a:avLst/>
          </a:prstGeom>
          <a:ln cap="flat" w="28575">
            <a:solidFill>
              <a:srgbClr val="000000"/>
            </a:solidFill>
            <a:prstDash val="solid"/>
            <a:headEnd type="none" len="sm" w="sm"/>
            <a:tailEnd type="arrow" len="sm" w="med"/>
          </a:ln>
        </p:spPr>
      </p:sp>
      <p:sp>
        <p:nvSpPr>
          <p:cNvPr name="Freeform 15" id="15"/>
          <p:cNvSpPr/>
          <p:nvPr/>
        </p:nvSpPr>
        <p:spPr>
          <a:xfrm flipH="false" flipV="false" rot="0">
            <a:off x="3769591" y="3916155"/>
            <a:ext cx="1585390" cy="639921"/>
          </a:xfrm>
          <a:custGeom>
            <a:avLst/>
            <a:gdLst/>
            <a:ahLst/>
            <a:cxnLst/>
            <a:rect r="r" b="b" t="t" l="l"/>
            <a:pathLst>
              <a:path h="639921" w="1585390">
                <a:moveTo>
                  <a:pt x="0" y="0"/>
                </a:moveTo>
                <a:lnTo>
                  <a:pt x="1585390" y="0"/>
                </a:lnTo>
                <a:lnTo>
                  <a:pt x="1585390" y="639921"/>
                </a:lnTo>
                <a:lnTo>
                  <a:pt x="0" y="6399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5624254" y="3916155"/>
            <a:ext cx="1585390" cy="639921"/>
          </a:xfrm>
          <a:custGeom>
            <a:avLst/>
            <a:gdLst/>
            <a:ahLst/>
            <a:cxnLst/>
            <a:rect r="r" b="b" t="t" l="l"/>
            <a:pathLst>
              <a:path h="639921" w="1585390">
                <a:moveTo>
                  <a:pt x="0" y="0"/>
                </a:moveTo>
                <a:lnTo>
                  <a:pt x="1585390" y="0"/>
                </a:lnTo>
                <a:lnTo>
                  <a:pt x="1585390" y="639921"/>
                </a:lnTo>
                <a:lnTo>
                  <a:pt x="0" y="6399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7382025" y="3916155"/>
            <a:ext cx="1585390" cy="639921"/>
          </a:xfrm>
          <a:custGeom>
            <a:avLst/>
            <a:gdLst/>
            <a:ahLst/>
            <a:cxnLst/>
            <a:rect r="r" b="b" t="t" l="l"/>
            <a:pathLst>
              <a:path h="639921" w="1585390">
                <a:moveTo>
                  <a:pt x="0" y="0"/>
                </a:moveTo>
                <a:lnTo>
                  <a:pt x="1585390" y="0"/>
                </a:lnTo>
                <a:lnTo>
                  <a:pt x="1585390" y="639921"/>
                </a:lnTo>
                <a:lnTo>
                  <a:pt x="0" y="6399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8" id="18"/>
          <p:cNvSpPr/>
          <p:nvPr/>
        </p:nvSpPr>
        <p:spPr>
          <a:xfrm>
            <a:off x="7007823" y="3176951"/>
            <a:ext cx="293661" cy="366520"/>
          </a:xfrm>
          <a:prstGeom prst="line">
            <a:avLst/>
          </a:prstGeom>
          <a:ln cap="flat" w="28575">
            <a:solidFill>
              <a:srgbClr val="000000"/>
            </a:solidFill>
            <a:prstDash val="solid"/>
            <a:headEnd type="none" len="sm" w="sm"/>
            <a:tailEnd type="arrow" len="sm" w="med"/>
          </a:ln>
        </p:spPr>
      </p:sp>
      <p:sp>
        <p:nvSpPr>
          <p:cNvPr name="AutoShape 19" id="19"/>
          <p:cNvSpPr/>
          <p:nvPr/>
        </p:nvSpPr>
        <p:spPr>
          <a:xfrm>
            <a:off x="6363260" y="3168017"/>
            <a:ext cx="0" cy="469653"/>
          </a:xfrm>
          <a:prstGeom prst="line">
            <a:avLst/>
          </a:prstGeom>
          <a:ln cap="flat" w="28575">
            <a:solidFill>
              <a:srgbClr val="000000"/>
            </a:solidFill>
            <a:prstDash val="solid"/>
            <a:headEnd type="none" len="sm" w="sm"/>
            <a:tailEnd type="arrow" len="sm" w="med"/>
          </a:ln>
        </p:spPr>
      </p:sp>
      <p:sp>
        <p:nvSpPr>
          <p:cNvPr name="AutoShape 20" id="20"/>
          <p:cNvSpPr/>
          <p:nvPr/>
        </p:nvSpPr>
        <p:spPr>
          <a:xfrm flipH="true">
            <a:off x="4486376" y="4965651"/>
            <a:ext cx="0" cy="469653"/>
          </a:xfrm>
          <a:prstGeom prst="line">
            <a:avLst/>
          </a:prstGeom>
          <a:ln cap="flat" w="28575">
            <a:solidFill>
              <a:srgbClr val="000000"/>
            </a:solidFill>
            <a:prstDash val="solid"/>
            <a:headEnd type="none" len="sm" w="sm"/>
            <a:tailEnd type="arrow" len="sm" w="med"/>
          </a:ln>
        </p:spPr>
      </p:sp>
      <p:sp>
        <p:nvSpPr>
          <p:cNvPr name="AutoShape 21" id="21"/>
          <p:cNvSpPr/>
          <p:nvPr/>
        </p:nvSpPr>
        <p:spPr>
          <a:xfrm>
            <a:off x="6363260" y="4908673"/>
            <a:ext cx="0" cy="469653"/>
          </a:xfrm>
          <a:prstGeom prst="line">
            <a:avLst/>
          </a:prstGeom>
          <a:ln cap="flat" w="28575">
            <a:solidFill>
              <a:srgbClr val="000000"/>
            </a:solidFill>
            <a:prstDash val="solid"/>
            <a:headEnd type="none" len="sm" w="sm"/>
            <a:tailEnd type="arrow" len="sm" w="med"/>
          </a:ln>
        </p:spPr>
      </p:sp>
      <p:sp>
        <p:nvSpPr>
          <p:cNvPr name="AutoShape 22" id="22"/>
          <p:cNvSpPr/>
          <p:nvPr/>
        </p:nvSpPr>
        <p:spPr>
          <a:xfrm>
            <a:off x="8239685" y="4965651"/>
            <a:ext cx="0" cy="469653"/>
          </a:xfrm>
          <a:prstGeom prst="line">
            <a:avLst/>
          </a:prstGeom>
          <a:ln cap="flat" w="28575">
            <a:solidFill>
              <a:srgbClr val="000000"/>
            </a:solidFill>
            <a:prstDash val="solid"/>
            <a:headEnd type="none" len="sm" w="sm"/>
            <a:tailEnd type="arrow" len="sm" w="med"/>
          </a:ln>
        </p:spPr>
      </p:sp>
      <p:sp>
        <p:nvSpPr>
          <p:cNvPr name="Freeform 23" id="23"/>
          <p:cNvSpPr/>
          <p:nvPr/>
        </p:nvSpPr>
        <p:spPr>
          <a:xfrm flipH="false" flipV="false" rot="0">
            <a:off x="695185" y="7958233"/>
            <a:ext cx="2271119" cy="548218"/>
          </a:xfrm>
          <a:custGeom>
            <a:avLst/>
            <a:gdLst/>
            <a:ahLst/>
            <a:cxnLst/>
            <a:rect r="r" b="b" t="t" l="l"/>
            <a:pathLst>
              <a:path h="548218" w="2271119">
                <a:moveTo>
                  <a:pt x="0" y="0"/>
                </a:moveTo>
                <a:lnTo>
                  <a:pt x="2271119" y="0"/>
                </a:lnTo>
                <a:lnTo>
                  <a:pt x="2271119" y="548217"/>
                </a:lnTo>
                <a:lnTo>
                  <a:pt x="0" y="5482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24" id="24"/>
          <p:cNvSpPr/>
          <p:nvPr/>
        </p:nvSpPr>
        <p:spPr>
          <a:xfrm>
            <a:off x="8506221" y="9209936"/>
            <a:ext cx="912251" cy="0"/>
          </a:xfrm>
          <a:prstGeom prst="line">
            <a:avLst/>
          </a:prstGeom>
          <a:ln cap="flat" w="28575">
            <a:solidFill>
              <a:srgbClr val="000000"/>
            </a:solidFill>
            <a:prstDash val="solid"/>
            <a:headEnd type="none" len="sm" w="sm"/>
            <a:tailEnd type="arrow" len="sm" w="med"/>
          </a:ln>
        </p:spPr>
      </p:sp>
      <p:sp>
        <p:nvSpPr>
          <p:cNvPr name="Freeform 25" id="25"/>
          <p:cNvSpPr/>
          <p:nvPr/>
        </p:nvSpPr>
        <p:spPr>
          <a:xfrm flipH="false" flipV="false" rot="0">
            <a:off x="5709259" y="8739047"/>
            <a:ext cx="2328015" cy="732266"/>
          </a:xfrm>
          <a:custGeom>
            <a:avLst/>
            <a:gdLst/>
            <a:ahLst/>
            <a:cxnLst/>
            <a:rect r="r" b="b" t="t" l="l"/>
            <a:pathLst>
              <a:path h="732266" w="2328015">
                <a:moveTo>
                  <a:pt x="0" y="0"/>
                </a:moveTo>
                <a:lnTo>
                  <a:pt x="2328015" y="0"/>
                </a:lnTo>
                <a:lnTo>
                  <a:pt x="2328015" y="732267"/>
                </a:lnTo>
                <a:lnTo>
                  <a:pt x="0" y="73226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AutoShape 26" id="26"/>
          <p:cNvSpPr/>
          <p:nvPr/>
        </p:nvSpPr>
        <p:spPr>
          <a:xfrm flipV="true">
            <a:off x="4223994" y="9055264"/>
            <a:ext cx="948716" cy="14288"/>
          </a:xfrm>
          <a:prstGeom prst="line">
            <a:avLst/>
          </a:prstGeom>
          <a:ln cap="flat" w="28575">
            <a:solidFill>
              <a:srgbClr val="000000"/>
            </a:solidFill>
            <a:prstDash val="solid"/>
            <a:headEnd type="none" len="sm" w="sm"/>
            <a:tailEnd type="arrow" len="sm" w="med"/>
          </a:ln>
        </p:spPr>
      </p:sp>
      <p:sp>
        <p:nvSpPr>
          <p:cNvPr name="Freeform 27" id="27"/>
          <p:cNvSpPr/>
          <p:nvPr/>
        </p:nvSpPr>
        <p:spPr>
          <a:xfrm flipH="false" flipV="false" rot="0">
            <a:off x="10035156" y="8637576"/>
            <a:ext cx="3207220" cy="1008817"/>
          </a:xfrm>
          <a:custGeom>
            <a:avLst/>
            <a:gdLst/>
            <a:ahLst/>
            <a:cxnLst/>
            <a:rect r="r" b="b" t="t" l="l"/>
            <a:pathLst>
              <a:path h="1008817" w="3207220">
                <a:moveTo>
                  <a:pt x="0" y="0"/>
                </a:moveTo>
                <a:lnTo>
                  <a:pt x="3207220" y="0"/>
                </a:lnTo>
                <a:lnTo>
                  <a:pt x="3207220" y="1008817"/>
                </a:lnTo>
                <a:lnTo>
                  <a:pt x="0" y="100881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8" id="28"/>
          <p:cNvSpPr/>
          <p:nvPr/>
        </p:nvSpPr>
        <p:spPr>
          <a:xfrm flipH="false" flipV="false" rot="0">
            <a:off x="9978591" y="395682"/>
            <a:ext cx="7975290" cy="5323506"/>
          </a:xfrm>
          <a:custGeom>
            <a:avLst/>
            <a:gdLst/>
            <a:ahLst/>
            <a:cxnLst/>
            <a:rect r="r" b="b" t="t" l="l"/>
            <a:pathLst>
              <a:path h="5323506" w="7975290">
                <a:moveTo>
                  <a:pt x="0" y="0"/>
                </a:moveTo>
                <a:lnTo>
                  <a:pt x="7975290" y="0"/>
                </a:lnTo>
                <a:lnTo>
                  <a:pt x="7975290" y="5323506"/>
                </a:lnTo>
                <a:lnTo>
                  <a:pt x="0" y="5323506"/>
                </a:lnTo>
                <a:lnTo>
                  <a:pt x="0" y="0"/>
                </a:lnTo>
                <a:close/>
              </a:path>
            </a:pathLst>
          </a:custGeom>
          <a:blipFill>
            <a:blip r:embed="rId13"/>
            <a:stretch>
              <a:fillRect l="0" t="0" r="0" b="0"/>
            </a:stretch>
          </a:blipFill>
        </p:spPr>
      </p:sp>
      <p:sp>
        <p:nvSpPr>
          <p:cNvPr name="Freeform 29" id="29"/>
          <p:cNvSpPr/>
          <p:nvPr/>
        </p:nvSpPr>
        <p:spPr>
          <a:xfrm flipH="false" flipV="false" rot="0">
            <a:off x="2605751" y="2225478"/>
            <a:ext cx="1858179" cy="661976"/>
          </a:xfrm>
          <a:custGeom>
            <a:avLst/>
            <a:gdLst/>
            <a:ahLst/>
            <a:cxnLst/>
            <a:rect r="r" b="b" t="t" l="l"/>
            <a:pathLst>
              <a:path h="661976" w="1858179">
                <a:moveTo>
                  <a:pt x="0" y="0"/>
                </a:moveTo>
                <a:lnTo>
                  <a:pt x="1858178" y="0"/>
                </a:lnTo>
                <a:lnTo>
                  <a:pt x="1858178" y="661977"/>
                </a:lnTo>
                <a:lnTo>
                  <a:pt x="0" y="66197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AutoShape 30" id="30"/>
          <p:cNvSpPr/>
          <p:nvPr/>
        </p:nvSpPr>
        <p:spPr>
          <a:xfrm>
            <a:off x="3528294" y="1634942"/>
            <a:ext cx="13092" cy="469470"/>
          </a:xfrm>
          <a:prstGeom prst="line">
            <a:avLst/>
          </a:prstGeom>
          <a:ln cap="flat" w="28575">
            <a:solidFill>
              <a:srgbClr val="000000"/>
            </a:solidFill>
            <a:prstDash val="solid"/>
            <a:headEnd type="none" len="sm" w="sm"/>
            <a:tailEnd type="arrow" len="sm" w="med"/>
          </a:ln>
        </p:spPr>
      </p:sp>
      <p:sp>
        <p:nvSpPr>
          <p:cNvPr name="Freeform 31" id="31"/>
          <p:cNvSpPr/>
          <p:nvPr/>
        </p:nvSpPr>
        <p:spPr>
          <a:xfrm flipH="false" flipV="false" rot="0">
            <a:off x="2779075" y="77465"/>
            <a:ext cx="1444919" cy="1444919"/>
          </a:xfrm>
          <a:custGeom>
            <a:avLst/>
            <a:gdLst/>
            <a:ahLst/>
            <a:cxnLst/>
            <a:rect r="r" b="b" t="t" l="l"/>
            <a:pathLst>
              <a:path h="1444919" w="1444919">
                <a:moveTo>
                  <a:pt x="0" y="0"/>
                </a:moveTo>
                <a:lnTo>
                  <a:pt x="1444919" y="0"/>
                </a:lnTo>
                <a:lnTo>
                  <a:pt x="1444919" y="1444919"/>
                </a:lnTo>
                <a:lnTo>
                  <a:pt x="0" y="144491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2" id="32"/>
          <p:cNvSpPr/>
          <p:nvPr/>
        </p:nvSpPr>
        <p:spPr>
          <a:xfrm flipH="false" flipV="false" rot="0">
            <a:off x="3809300" y="5673337"/>
            <a:ext cx="1347358" cy="1347358"/>
          </a:xfrm>
          <a:custGeom>
            <a:avLst/>
            <a:gdLst/>
            <a:ahLst/>
            <a:cxnLst/>
            <a:rect r="r" b="b" t="t" l="l"/>
            <a:pathLst>
              <a:path h="1347358" w="1347358">
                <a:moveTo>
                  <a:pt x="0" y="0"/>
                </a:moveTo>
                <a:lnTo>
                  <a:pt x="1347358" y="0"/>
                </a:lnTo>
                <a:lnTo>
                  <a:pt x="1347358" y="1347357"/>
                </a:lnTo>
                <a:lnTo>
                  <a:pt x="0" y="134735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33" id="33"/>
          <p:cNvSpPr txBox="true"/>
          <p:nvPr/>
        </p:nvSpPr>
        <p:spPr>
          <a:xfrm rot="0">
            <a:off x="2966304" y="6197304"/>
            <a:ext cx="3033351" cy="329625"/>
          </a:xfrm>
          <a:prstGeom prst="rect">
            <a:avLst/>
          </a:prstGeom>
        </p:spPr>
        <p:txBody>
          <a:bodyPr anchor="t" rtlCol="false" tIns="0" lIns="0" bIns="0" rIns="0">
            <a:spAutoFit/>
          </a:bodyPr>
          <a:lstStyle/>
          <a:p>
            <a:pPr algn="ctr">
              <a:lnSpc>
                <a:spcPts val="2694"/>
              </a:lnSpc>
              <a:spcBef>
                <a:spcPct val="0"/>
              </a:spcBef>
            </a:pPr>
            <a:r>
              <a:rPr lang="en-US" sz="1924">
                <a:solidFill>
                  <a:srgbClr val="F7F8FA"/>
                </a:solidFill>
                <a:latin typeface="Bobby Jones"/>
                <a:ea typeface="Bobby Jones"/>
                <a:cs typeface="Bobby Jones"/>
                <a:sym typeface="Bobby Jones"/>
              </a:rPr>
              <a:t>PREVIEW</a:t>
            </a:r>
          </a:p>
        </p:txBody>
      </p:sp>
      <p:sp>
        <p:nvSpPr>
          <p:cNvPr name="Freeform 34" id="34"/>
          <p:cNvSpPr/>
          <p:nvPr/>
        </p:nvSpPr>
        <p:spPr>
          <a:xfrm flipH="false" flipV="false" rot="0">
            <a:off x="5718908" y="5730752"/>
            <a:ext cx="1347358" cy="1347358"/>
          </a:xfrm>
          <a:custGeom>
            <a:avLst/>
            <a:gdLst/>
            <a:ahLst/>
            <a:cxnLst/>
            <a:rect r="r" b="b" t="t" l="l"/>
            <a:pathLst>
              <a:path h="1347358" w="1347358">
                <a:moveTo>
                  <a:pt x="0" y="0"/>
                </a:moveTo>
                <a:lnTo>
                  <a:pt x="1347358" y="0"/>
                </a:lnTo>
                <a:lnTo>
                  <a:pt x="1347358" y="1347357"/>
                </a:lnTo>
                <a:lnTo>
                  <a:pt x="0" y="134735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35" id="35"/>
          <p:cNvSpPr/>
          <p:nvPr/>
        </p:nvSpPr>
        <p:spPr>
          <a:xfrm flipH="false" flipV="false" rot="0">
            <a:off x="7628516" y="5788166"/>
            <a:ext cx="1347358" cy="1347358"/>
          </a:xfrm>
          <a:custGeom>
            <a:avLst/>
            <a:gdLst/>
            <a:ahLst/>
            <a:cxnLst/>
            <a:rect r="r" b="b" t="t" l="l"/>
            <a:pathLst>
              <a:path h="1347358" w="1347358">
                <a:moveTo>
                  <a:pt x="0" y="0"/>
                </a:moveTo>
                <a:lnTo>
                  <a:pt x="1347358" y="0"/>
                </a:lnTo>
                <a:lnTo>
                  <a:pt x="1347358" y="1347358"/>
                </a:lnTo>
                <a:lnTo>
                  <a:pt x="0" y="134735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AutoShape 36" id="36"/>
          <p:cNvSpPr/>
          <p:nvPr/>
        </p:nvSpPr>
        <p:spPr>
          <a:xfrm flipV="true">
            <a:off x="4463929" y="7078109"/>
            <a:ext cx="0" cy="966025"/>
          </a:xfrm>
          <a:prstGeom prst="line">
            <a:avLst/>
          </a:prstGeom>
          <a:ln cap="flat" w="38100">
            <a:solidFill>
              <a:srgbClr val="000000"/>
            </a:solidFill>
            <a:prstDash val="solid"/>
            <a:headEnd type="none" len="sm" w="sm"/>
            <a:tailEnd type="none" len="sm" w="sm"/>
          </a:ln>
        </p:spPr>
      </p:sp>
      <p:sp>
        <p:nvSpPr>
          <p:cNvPr name="AutoShape 37" id="37"/>
          <p:cNvSpPr/>
          <p:nvPr/>
        </p:nvSpPr>
        <p:spPr>
          <a:xfrm flipV="true">
            <a:off x="6411637" y="7113310"/>
            <a:ext cx="0" cy="966025"/>
          </a:xfrm>
          <a:prstGeom prst="line">
            <a:avLst/>
          </a:prstGeom>
          <a:ln cap="flat" w="38100">
            <a:solidFill>
              <a:srgbClr val="000000"/>
            </a:solidFill>
            <a:prstDash val="solid"/>
            <a:headEnd type="none" len="sm" w="sm"/>
            <a:tailEnd type="none" len="sm" w="sm"/>
          </a:ln>
        </p:spPr>
      </p:sp>
      <p:sp>
        <p:nvSpPr>
          <p:cNvPr name="AutoShape 38" id="38"/>
          <p:cNvSpPr/>
          <p:nvPr/>
        </p:nvSpPr>
        <p:spPr>
          <a:xfrm flipH="true" flipV="true">
            <a:off x="8302195" y="7249482"/>
            <a:ext cx="10076" cy="822815"/>
          </a:xfrm>
          <a:prstGeom prst="line">
            <a:avLst/>
          </a:prstGeom>
          <a:ln cap="flat" w="38100">
            <a:solidFill>
              <a:srgbClr val="000000"/>
            </a:solidFill>
            <a:prstDash val="solid"/>
            <a:headEnd type="none" len="sm" w="sm"/>
            <a:tailEnd type="none" len="sm" w="sm"/>
          </a:ln>
        </p:spPr>
      </p:sp>
      <p:sp>
        <p:nvSpPr>
          <p:cNvPr name="AutoShape 39" id="39"/>
          <p:cNvSpPr/>
          <p:nvPr/>
        </p:nvSpPr>
        <p:spPr>
          <a:xfrm flipH="true">
            <a:off x="3639983" y="8072297"/>
            <a:ext cx="4691338" cy="0"/>
          </a:xfrm>
          <a:prstGeom prst="line">
            <a:avLst/>
          </a:prstGeom>
          <a:ln cap="flat" w="38100">
            <a:solidFill>
              <a:srgbClr val="000000"/>
            </a:solidFill>
            <a:prstDash val="solid"/>
            <a:headEnd type="none" len="sm" w="sm"/>
            <a:tailEnd type="triangle" len="med" w="lg"/>
          </a:ln>
        </p:spPr>
      </p:sp>
      <p:sp>
        <p:nvSpPr>
          <p:cNvPr name="AutoShape 40" id="40"/>
          <p:cNvSpPr/>
          <p:nvPr/>
        </p:nvSpPr>
        <p:spPr>
          <a:xfrm>
            <a:off x="1708679" y="8506298"/>
            <a:ext cx="0" cy="596739"/>
          </a:xfrm>
          <a:prstGeom prst="line">
            <a:avLst/>
          </a:prstGeom>
          <a:ln cap="flat" w="38100">
            <a:solidFill>
              <a:srgbClr val="000000"/>
            </a:solidFill>
            <a:prstDash val="solid"/>
            <a:headEnd type="none" len="sm" w="sm"/>
            <a:tailEnd type="none" len="sm" w="sm"/>
          </a:ln>
        </p:spPr>
      </p:sp>
      <p:sp>
        <p:nvSpPr>
          <p:cNvPr name="AutoShape 41" id="41"/>
          <p:cNvSpPr/>
          <p:nvPr/>
        </p:nvSpPr>
        <p:spPr>
          <a:xfrm flipV="true">
            <a:off x="1708973" y="9071201"/>
            <a:ext cx="818755" cy="12636"/>
          </a:xfrm>
          <a:prstGeom prst="line">
            <a:avLst/>
          </a:prstGeom>
          <a:ln cap="flat" w="38100">
            <a:solidFill>
              <a:srgbClr val="000000"/>
            </a:solidFill>
            <a:prstDash val="solid"/>
            <a:headEnd type="none" len="sm" w="sm"/>
            <a:tailEnd type="triangle" len="med" w="lg"/>
          </a:ln>
        </p:spPr>
      </p:sp>
      <p:sp>
        <p:nvSpPr>
          <p:cNvPr name="Freeform 42" id="42"/>
          <p:cNvSpPr/>
          <p:nvPr/>
        </p:nvSpPr>
        <p:spPr>
          <a:xfrm flipH="false" flipV="false" rot="0">
            <a:off x="2698007" y="8685835"/>
            <a:ext cx="1280673" cy="770732"/>
          </a:xfrm>
          <a:custGeom>
            <a:avLst/>
            <a:gdLst/>
            <a:ahLst/>
            <a:cxnLst/>
            <a:rect r="r" b="b" t="t" l="l"/>
            <a:pathLst>
              <a:path h="770732" w="1280673">
                <a:moveTo>
                  <a:pt x="0" y="0"/>
                </a:moveTo>
                <a:lnTo>
                  <a:pt x="1280673" y="0"/>
                </a:lnTo>
                <a:lnTo>
                  <a:pt x="1280673" y="770733"/>
                </a:lnTo>
                <a:lnTo>
                  <a:pt x="0" y="770733"/>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43" id="4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6</a:t>
            </a:r>
          </a:p>
        </p:txBody>
      </p:sp>
      <p:sp>
        <p:nvSpPr>
          <p:cNvPr name="TextBox 44" id="44"/>
          <p:cNvSpPr txBox="true"/>
          <p:nvPr/>
        </p:nvSpPr>
        <p:spPr>
          <a:xfrm rot="0">
            <a:off x="4782967" y="2459562"/>
            <a:ext cx="3033351" cy="329625"/>
          </a:xfrm>
          <a:prstGeom prst="rect">
            <a:avLst/>
          </a:prstGeom>
        </p:spPr>
        <p:txBody>
          <a:bodyPr anchor="t" rtlCol="false" tIns="0" lIns="0" bIns="0" rIns="0">
            <a:spAutoFit/>
          </a:bodyPr>
          <a:lstStyle/>
          <a:p>
            <a:pPr algn="ctr">
              <a:lnSpc>
                <a:spcPts val="2694"/>
              </a:lnSpc>
              <a:spcBef>
                <a:spcPct val="0"/>
              </a:spcBef>
            </a:pPr>
            <a:r>
              <a:rPr lang="en-US" sz="1924">
                <a:solidFill>
                  <a:srgbClr val="000000"/>
                </a:solidFill>
                <a:latin typeface="Bobby Jones"/>
                <a:ea typeface="Bobby Jones"/>
                <a:cs typeface="Bobby Jones"/>
                <a:sym typeface="Bobby Jones"/>
              </a:rPr>
              <a:t>BERANDA</a:t>
            </a:r>
          </a:p>
        </p:txBody>
      </p:sp>
      <p:sp>
        <p:nvSpPr>
          <p:cNvPr name="TextBox 45" id="45"/>
          <p:cNvSpPr txBox="true"/>
          <p:nvPr/>
        </p:nvSpPr>
        <p:spPr>
          <a:xfrm rot="0">
            <a:off x="3045611" y="4052253"/>
            <a:ext cx="3033351" cy="329625"/>
          </a:xfrm>
          <a:prstGeom prst="rect">
            <a:avLst/>
          </a:prstGeom>
        </p:spPr>
        <p:txBody>
          <a:bodyPr anchor="t" rtlCol="false" tIns="0" lIns="0" bIns="0" rIns="0">
            <a:spAutoFit/>
          </a:bodyPr>
          <a:lstStyle/>
          <a:p>
            <a:pPr algn="ctr">
              <a:lnSpc>
                <a:spcPts val="2694"/>
              </a:lnSpc>
              <a:spcBef>
                <a:spcPct val="0"/>
              </a:spcBef>
            </a:pPr>
            <a:r>
              <a:rPr lang="en-US" sz="1924">
                <a:solidFill>
                  <a:srgbClr val="000000"/>
                </a:solidFill>
                <a:latin typeface="Bobby Jones"/>
                <a:ea typeface="Bobby Jones"/>
                <a:cs typeface="Bobby Jones"/>
                <a:sym typeface="Bobby Jones"/>
              </a:rPr>
              <a:t>GALERI</a:t>
            </a:r>
          </a:p>
        </p:txBody>
      </p:sp>
      <p:sp>
        <p:nvSpPr>
          <p:cNvPr name="TextBox 46" id="46"/>
          <p:cNvSpPr txBox="true"/>
          <p:nvPr/>
        </p:nvSpPr>
        <p:spPr>
          <a:xfrm rot="0">
            <a:off x="4860872" y="4052253"/>
            <a:ext cx="3033351" cy="329625"/>
          </a:xfrm>
          <a:prstGeom prst="rect">
            <a:avLst/>
          </a:prstGeom>
        </p:spPr>
        <p:txBody>
          <a:bodyPr anchor="t" rtlCol="false" tIns="0" lIns="0" bIns="0" rIns="0">
            <a:spAutoFit/>
          </a:bodyPr>
          <a:lstStyle/>
          <a:p>
            <a:pPr algn="ctr">
              <a:lnSpc>
                <a:spcPts val="2694"/>
              </a:lnSpc>
              <a:spcBef>
                <a:spcPct val="0"/>
              </a:spcBef>
            </a:pPr>
            <a:r>
              <a:rPr lang="en-US" sz="1924">
                <a:solidFill>
                  <a:srgbClr val="000000"/>
                </a:solidFill>
                <a:latin typeface="Bobby Jones"/>
                <a:ea typeface="Bobby Jones"/>
                <a:cs typeface="Bobby Jones"/>
                <a:sym typeface="Bobby Jones"/>
              </a:rPr>
              <a:t>TOKO FOTO</a:t>
            </a:r>
          </a:p>
        </p:txBody>
      </p:sp>
      <p:sp>
        <p:nvSpPr>
          <p:cNvPr name="TextBox 47" id="47"/>
          <p:cNvSpPr txBox="true"/>
          <p:nvPr/>
        </p:nvSpPr>
        <p:spPr>
          <a:xfrm rot="0">
            <a:off x="6621225" y="4052253"/>
            <a:ext cx="3033351" cy="329625"/>
          </a:xfrm>
          <a:prstGeom prst="rect">
            <a:avLst/>
          </a:prstGeom>
        </p:spPr>
        <p:txBody>
          <a:bodyPr anchor="t" rtlCol="false" tIns="0" lIns="0" bIns="0" rIns="0">
            <a:spAutoFit/>
          </a:bodyPr>
          <a:lstStyle/>
          <a:p>
            <a:pPr algn="ctr">
              <a:lnSpc>
                <a:spcPts val="2694"/>
              </a:lnSpc>
              <a:spcBef>
                <a:spcPct val="0"/>
              </a:spcBef>
            </a:pPr>
            <a:r>
              <a:rPr lang="en-US" sz="1924">
                <a:solidFill>
                  <a:srgbClr val="000000"/>
                </a:solidFill>
                <a:latin typeface="Bobby Jones"/>
                <a:ea typeface="Bobby Jones"/>
                <a:cs typeface="Bobby Jones"/>
                <a:sym typeface="Bobby Jones"/>
              </a:rPr>
              <a:t>BOOKING</a:t>
            </a:r>
          </a:p>
        </p:txBody>
      </p:sp>
      <p:sp>
        <p:nvSpPr>
          <p:cNvPr name="TextBox 48" id="48"/>
          <p:cNvSpPr txBox="true"/>
          <p:nvPr/>
        </p:nvSpPr>
        <p:spPr>
          <a:xfrm rot="0">
            <a:off x="201529" y="8041235"/>
            <a:ext cx="3033351" cy="329625"/>
          </a:xfrm>
          <a:prstGeom prst="rect">
            <a:avLst/>
          </a:prstGeom>
        </p:spPr>
        <p:txBody>
          <a:bodyPr anchor="t" rtlCol="false" tIns="0" lIns="0" bIns="0" rIns="0">
            <a:spAutoFit/>
          </a:bodyPr>
          <a:lstStyle/>
          <a:p>
            <a:pPr algn="ctr">
              <a:lnSpc>
                <a:spcPts val="2694"/>
              </a:lnSpc>
              <a:spcBef>
                <a:spcPct val="0"/>
              </a:spcBef>
            </a:pPr>
            <a:r>
              <a:rPr lang="en-US" sz="1924">
                <a:solidFill>
                  <a:srgbClr val="000000"/>
                </a:solidFill>
                <a:latin typeface="Bobby Jones"/>
                <a:ea typeface="Bobby Jones"/>
                <a:cs typeface="Bobby Jones"/>
                <a:sym typeface="Bobby Jones"/>
              </a:rPr>
              <a:t>admin</a:t>
            </a:r>
          </a:p>
        </p:txBody>
      </p:sp>
      <p:sp>
        <p:nvSpPr>
          <p:cNvPr name="TextBox 49" id="49"/>
          <p:cNvSpPr txBox="true"/>
          <p:nvPr/>
        </p:nvSpPr>
        <p:spPr>
          <a:xfrm rot="0">
            <a:off x="5420575" y="8958122"/>
            <a:ext cx="3033351" cy="329625"/>
          </a:xfrm>
          <a:prstGeom prst="rect">
            <a:avLst/>
          </a:prstGeom>
        </p:spPr>
        <p:txBody>
          <a:bodyPr anchor="t" rtlCol="false" tIns="0" lIns="0" bIns="0" rIns="0">
            <a:spAutoFit/>
          </a:bodyPr>
          <a:lstStyle/>
          <a:p>
            <a:pPr algn="ctr">
              <a:lnSpc>
                <a:spcPts val="2694"/>
              </a:lnSpc>
              <a:spcBef>
                <a:spcPct val="0"/>
              </a:spcBef>
            </a:pPr>
            <a:r>
              <a:rPr lang="en-US" sz="1924">
                <a:solidFill>
                  <a:srgbClr val="F7F8FA"/>
                </a:solidFill>
                <a:latin typeface="Bobby Jones"/>
                <a:ea typeface="Bobby Jones"/>
                <a:cs typeface="Bobby Jones"/>
                <a:sym typeface="Bobby Jones"/>
              </a:rPr>
              <a:t>CHECKOOUT/BAYAR</a:t>
            </a:r>
          </a:p>
        </p:txBody>
      </p:sp>
      <p:sp>
        <p:nvSpPr>
          <p:cNvPr name="TextBox 50" id="50"/>
          <p:cNvSpPr txBox="true"/>
          <p:nvPr/>
        </p:nvSpPr>
        <p:spPr>
          <a:xfrm rot="0">
            <a:off x="9311176" y="8735324"/>
            <a:ext cx="4717525" cy="670027"/>
          </a:xfrm>
          <a:prstGeom prst="rect">
            <a:avLst/>
          </a:prstGeom>
        </p:spPr>
        <p:txBody>
          <a:bodyPr anchor="t" rtlCol="false" tIns="0" lIns="0" bIns="0" rIns="0">
            <a:spAutoFit/>
          </a:bodyPr>
          <a:lstStyle/>
          <a:p>
            <a:pPr algn="ctr">
              <a:lnSpc>
                <a:spcPts val="2694"/>
              </a:lnSpc>
            </a:pPr>
            <a:r>
              <a:rPr lang="en-US" sz="1924">
                <a:solidFill>
                  <a:srgbClr val="000000"/>
                </a:solidFill>
                <a:latin typeface="Bobby Jones"/>
                <a:ea typeface="Bobby Jones"/>
                <a:cs typeface="Bobby Jones"/>
                <a:sym typeface="Bobby Jones"/>
              </a:rPr>
              <a:t>FOTO TERKIRIM/</a:t>
            </a:r>
          </a:p>
          <a:p>
            <a:pPr algn="ctr">
              <a:lnSpc>
                <a:spcPts val="2694"/>
              </a:lnSpc>
              <a:spcBef>
                <a:spcPct val="0"/>
              </a:spcBef>
            </a:pPr>
            <a:r>
              <a:rPr lang="en-US" sz="1924">
                <a:solidFill>
                  <a:srgbClr val="000000"/>
                </a:solidFill>
                <a:latin typeface="Bobby Jones"/>
                <a:ea typeface="Bobby Jones"/>
                <a:cs typeface="Bobby Jones"/>
                <a:sym typeface="Bobby Jones"/>
              </a:rPr>
              <a:t>BOOKING TERKONFIRMASI</a:t>
            </a:r>
          </a:p>
        </p:txBody>
      </p:sp>
      <p:sp>
        <p:nvSpPr>
          <p:cNvPr name="TextBox 51" id="51"/>
          <p:cNvSpPr txBox="true"/>
          <p:nvPr/>
        </p:nvSpPr>
        <p:spPr>
          <a:xfrm rot="0">
            <a:off x="1708679" y="2334066"/>
            <a:ext cx="3637118" cy="397176"/>
          </a:xfrm>
          <a:prstGeom prst="rect">
            <a:avLst/>
          </a:prstGeom>
        </p:spPr>
        <p:txBody>
          <a:bodyPr anchor="t" rtlCol="false" tIns="0" lIns="0" bIns="0" rIns="0">
            <a:spAutoFit/>
          </a:bodyPr>
          <a:lstStyle/>
          <a:p>
            <a:pPr algn="ctr">
              <a:lnSpc>
                <a:spcPts val="3230"/>
              </a:lnSpc>
              <a:spcBef>
                <a:spcPct val="0"/>
              </a:spcBef>
            </a:pPr>
            <a:r>
              <a:rPr lang="en-US" sz="2307">
                <a:solidFill>
                  <a:srgbClr val="000000"/>
                </a:solidFill>
                <a:latin typeface="Bobby Jones"/>
                <a:ea typeface="Bobby Jones"/>
                <a:cs typeface="Bobby Jones"/>
                <a:sym typeface="Bobby Jones"/>
              </a:rPr>
              <a:t>Login</a:t>
            </a:r>
          </a:p>
        </p:txBody>
      </p:sp>
      <p:sp>
        <p:nvSpPr>
          <p:cNvPr name="TextBox 52" id="52"/>
          <p:cNvSpPr txBox="true"/>
          <p:nvPr/>
        </p:nvSpPr>
        <p:spPr>
          <a:xfrm rot="0">
            <a:off x="2241365" y="272676"/>
            <a:ext cx="2520339" cy="828468"/>
          </a:xfrm>
          <a:prstGeom prst="rect">
            <a:avLst/>
          </a:prstGeom>
        </p:spPr>
        <p:txBody>
          <a:bodyPr anchor="t" rtlCol="false" tIns="0" lIns="0" bIns="0" rIns="0">
            <a:spAutoFit/>
          </a:bodyPr>
          <a:lstStyle/>
          <a:p>
            <a:pPr algn="ctr">
              <a:lnSpc>
                <a:spcPts val="2238"/>
              </a:lnSpc>
              <a:spcBef>
                <a:spcPct val="0"/>
              </a:spcBef>
            </a:pPr>
            <a:r>
              <a:rPr lang="en-US" sz="1598">
                <a:solidFill>
                  <a:srgbClr val="F7F8FA"/>
                </a:solidFill>
                <a:latin typeface="Bobby Jones"/>
                <a:ea typeface="Bobby Jones"/>
                <a:cs typeface="Bobby Jones"/>
                <a:sym typeface="Bobby Jones"/>
              </a:rPr>
              <a:t>user</a:t>
            </a:r>
          </a:p>
          <a:p>
            <a:pPr algn="ctr">
              <a:lnSpc>
                <a:spcPts val="2238"/>
              </a:lnSpc>
              <a:spcBef>
                <a:spcPct val="0"/>
              </a:spcBef>
            </a:pPr>
            <a:r>
              <a:rPr lang="en-US" sz="1598">
                <a:solidFill>
                  <a:srgbClr val="F7F8FA"/>
                </a:solidFill>
                <a:latin typeface="Bobby Jones"/>
                <a:ea typeface="Bobby Jones"/>
                <a:cs typeface="Bobby Jones"/>
                <a:sym typeface="Bobby Jones"/>
              </a:rPr>
              <a:t>masuk</a:t>
            </a:r>
          </a:p>
          <a:p>
            <a:pPr algn="ctr">
              <a:lnSpc>
                <a:spcPts val="2238"/>
              </a:lnSpc>
              <a:spcBef>
                <a:spcPct val="0"/>
              </a:spcBef>
            </a:pPr>
            <a:r>
              <a:rPr lang="en-US" sz="1598">
                <a:solidFill>
                  <a:srgbClr val="F7F8FA"/>
                </a:solidFill>
                <a:latin typeface="Bobby Jones"/>
                <a:ea typeface="Bobby Jones"/>
                <a:cs typeface="Bobby Jones"/>
                <a:sym typeface="Bobby Jones"/>
              </a:rPr>
              <a:t>website</a:t>
            </a:r>
          </a:p>
        </p:txBody>
      </p:sp>
      <p:sp>
        <p:nvSpPr>
          <p:cNvPr name="TextBox 53" id="53"/>
          <p:cNvSpPr txBox="true"/>
          <p:nvPr/>
        </p:nvSpPr>
        <p:spPr>
          <a:xfrm rot="0">
            <a:off x="4860872" y="6272704"/>
            <a:ext cx="3033351" cy="329625"/>
          </a:xfrm>
          <a:prstGeom prst="rect">
            <a:avLst/>
          </a:prstGeom>
        </p:spPr>
        <p:txBody>
          <a:bodyPr anchor="t" rtlCol="false" tIns="0" lIns="0" bIns="0" rIns="0">
            <a:spAutoFit/>
          </a:bodyPr>
          <a:lstStyle/>
          <a:p>
            <a:pPr algn="ctr">
              <a:lnSpc>
                <a:spcPts val="2694"/>
              </a:lnSpc>
              <a:spcBef>
                <a:spcPct val="0"/>
              </a:spcBef>
            </a:pPr>
            <a:r>
              <a:rPr lang="en-US" sz="1924">
                <a:solidFill>
                  <a:srgbClr val="F7F8FA"/>
                </a:solidFill>
                <a:latin typeface="Bobby Jones"/>
                <a:ea typeface="Bobby Jones"/>
                <a:cs typeface="Bobby Jones"/>
                <a:sym typeface="Bobby Jones"/>
              </a:rPr>
              <a:t>PILIH FOTO</a:t>
            </a:r>
          </a:p>
        </p:txBody>
      </p:sp>
      <p:sp>
        <p:nvSpPr>
          <p:cNvPr name="TextBox 54" id="54"/>
          <p:cNvSpPr txBox="true"/>
          <p:nvPr/>
        </p:nvSpPr>
        <p:spPr>
          <a:xfrm rot="0">
            <a:off x="6814646" y="6277983"/>
            <a:ext cx="3033351" cy="329625"/>
          </a:xfrm>
          <a:prstGeom prst="rect">
            <a:avLst/>
          </a:prstGeom>
        </p:spPr>
        <p:txBody>
          <a:bodyPr anchor="t" rtlCol="false" tIns="0" lIns="0" bIns="0" rIns="0">
            <a:spAutoFit/>
          </a:bodyPr>
          <a:lstStyle/>
          <a:p>
            <a:pPr algn="ctr">
              <a:lnSpc>
                <a:spcPts val="2694"/>
              </a:lnSpc>
              <a:spcBef>
                <a:spcPct val="0"/>
              </a:spcBef>
            </a:pPr>
            <a:r>
              <a:rPr lang="en-US" sz="1924">
                <a:solidFill>
                  <a:srgbClr val="F7F8FA"/>
                </a:solidFill>
                <a:latin typeface="Bobby Jones"/>
                <a:ea typeface="Bobby Jones"/>
                <a:cs typeface="Bobby Jones"/>
                <a:sym typeface="Bobby Jones"/>
              </a:rPr>
              <a:t>PILIH PAKET</a:t>
            </a:r>
          </a:p>
        </p:txBody>
      </p:sp>
      <p:sp>
        <p:nvSpPr>
          <p:cNvPr name="TextBox 55" id="55"/>
          <p:cNvSpPr txBox="true"/>
          <p:nvPr/>
        </p:nvSpPr>
        <p:spPr>
          <a:xfrm rot="0">
            <a:off x="1821668" y="8887339"/>
            <a:ext cx="3033351" cy="322597"/>
          </a:xfrm>
          <a:prstGeom prst="rect">
            <a:avLst/>
          </a:prstGeom>
        </p:spPr>
        <p:txBody>
          <a:bodyPr anchor="t" rtlCol="false" tIns="0" lIns="0" bIns="0" rIns="0">
            <a:spAutoFit/>
          </a:bodyPr>
          <a:lstStyle/>
          <a:p>
            <a:pPr algn="ctr">
              <a:lnSpc>
                <a:spcPts val="2694"/>
              </a:lnSpc>
              <a:spcBef>
                <a:spcPct val="0"/>
              </a:spcBef>
            </a:pPr>
            <a:r>
              <a:rPr lang="en-US" sz="1924">
                <a:solidFill>
                  <a:srgbClr val="F7F8FA"/>
                </a:solidFill>
                <a:latin typeface="Bobby Jones"/>
                <a:ea typeface="Bobby Jones"/>
                <a:cs typeface="Bobby Jones"/>
                <a:sym typeface="Bobby Jones"/>
              </a:rPr>
              <a:t>KOnfirmasi</a:t>
            </a:r>
          </a:p>
        </p:txBody>
      </p:sp>
    </p:spTree>
  </p:cSld>
  <p:clrMapOvr>
    <a:masterClrMapping/>
  </p:clrMapOvr>
  <p:transition spd="fast">
    <p:cover dir="l"/>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6343" y="-6723005"/>
            <a:ext cx="19764343" cy="19764343"/>
          </a:xfrm>
          <a:custGeom>
            <a:avLst/>
            <a:gdLst/>
            <a:ahLst/>
            <a:cxnLst/>
            <a:rect r="r" b="b" t="t" l="l"/>
            <a:pathLst>
              <a:path h="19764343" w="19764343">
                <a:moveTo>
                  <a:pt x="0" y="0"/>
                </a:moveTo>
                <a:lnTo>
                  <a:pt x="19764343" y="0"/>
                </a:lnTo>
                <a:lnTo>
                  <a:pt x="19764343" y="19764343"/>
                </a:lnTo>
                <a:lnTo>
                  <a:pt x="0" y="197643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87744" y="-283567"/>
            <a:ext cx="18663487" cy="1061453"/>
            <a:chOff x="0" y="0"/>
            <a:chExt cx="4915486" cy="279560"/>
          </a:xfrm>
        </p:grpSpPr>
        <p:sp>
          <p:nvSpPr>
            <p:cNvPr name="Freeform 4" id="4"/>
            <p:cNvSpPr/>
            <p:nvPr/>
          </p:nvSpPr>
          <p:spPr>
            <a:xfrm flipH="false" flipV="false" rot="0">
              <a:off x="0" y="0"/>
              <a:ext cx="4915486" cy="279560"/>
            </a:xfrm>
            <a:custGeom>
              <a:avLst/>
              <a:gdLst/>
              <a:ahLst/>
              <a:cxnLst/>
              <a:rect r="r" b="b" t="t" l="l"/>
              <a:pathLst>
                <a:path h="279560" w="4915486">
                  <a:moveTo>
                    <a:pt x="0" y="0"/>
                  </a:moveTo>
                  <a:lnTo>
                    <a:pt x="4915486" y="0"/>
                  </a:lnTo>
                  <a:lnTo>
                    <a:pt x="4915486" y="279560"/>
                  </a:lnTo>
                  <a:lnTo>
                    <a:pt x="0" y="279560"/>
                  </a:lnTo>
                  <a:close/>
                </a:path>
              </a:pathLst>
            </a:custGeom>
            <a:solidFill>
              <a:srgbClr val="4E6AFF"/>
            </a:solidFill>
          </p:spPr>
        </p:sp>
        <p:sp>
          <p:nvSpPr>
            <p:cNvPr name="TextBox 5" id="5"/>
            <p:cNvSpPr txBox="true"/>
            <p:nvPr/>
          </p:nvSpPr>
          <p:spPr>
            <a:xfrm>
              <a:off x="0" y="-57150"/>
              <a:ext cx="4915486" cy="33671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6053230" y="247159"/>
            <a:ext cx="297045" cy="29704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507742" y="247159"/>
            <a:ext cx="297045" cy="29704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6962255" y="247159"/>
            <a:ext cx="297045" cy="29704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702472" y="-283567"/>
            <a:ext cx="3939758" cy="3939758"/>
          </a:xfrm>
          <a:custGeom>
            <a:avLst/>
            <a:gdLst/>
            <a:ahLst/>
            <a:cxnLst/>
            <a:rect r="r" b="b" t="t" l="l"/>
            <a:pathLst>
              <a:path h="3939758" w="3939758">
                <a:moveTo>
                  <a:pt x="0" y="0"/>
                </a:moveTo>
                <a:lnTo>
                  <a:pt x="3939758" y="0"/>
                </a:lnTo>
                <a:lnTo>
                  <a:pt x="3939758" y="3939758"/>
                </a:lnTo>
                <a:lnTo>
                  <a:pt x="0" y="3939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Table 16" id="16"/>
          <p:cNvGraphicFramePr>
            <a:graphicFrameLocks noGrp="true"/>
          </p:cNvGraphicFramePr>
          <p:nvPr/>
        </p:nvGraphicFramePr>
        <p:xfrm>
          <a:off x="4280330" y="1028700"/>
          <a:ext cx="11772900" cy="8691678"/>
        </p:xfrm>
        <a:graphic>
          <a:graphicData uri="http://schemas.openxmlformats.org/drawingml/2006/table">
            <a:tbl>
              <a:tblPr/>
              <a:tblGrid>
                <a:gridCol w="5886450"/>
                <a:gridCol w="5886450"/>
              </a:tblGrid>
              <a:tr h="860078">
                <a:tc>
                  <a:txBody>
                    <a:bodyPr anchor="t" rtlCol="false"/>
                    <a:lstStyle/>
                    <a:p>
                      <a:pPr algn="l">
                        <a:lnSpc>
                          <a:spcPts val="2519"/>
                        </a:lnSpc>
                        <a:defRPr/>
                      </a:pPr>
                      <a:r>
                        <a:rPr lang="en-US" sz="1799">
                          <a:solidFill>
                            <a:srgbClr val="000000"/>
                          </a:solidFill>
                          <a:latin typeface="Poppins"/>
                          <a:ea typeface="Poppins"/>
                          <a:cs typeface="Poppins"/>
                          <a:sym typeface="Poppins"/>
                        </a:rPr>
                        <a:t>Komponen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Poppins"/>
                          <a:ea typeface="Poppins"/>
                          <a:cs typeface="Poppins"/>
                          <a:sym typeface="Poppins"/>
                        </a:rPr>
                        <a:t>Tools / Bahasa yang Digunakan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60078">
                <a:tc>
                  <a:txBody>
                    <a:bodyPr anchor="t" rtlCol="false"/>
                    <a:lstStyle/>
                    <a:p>
                      <a:pPr algn="l">
                        <a:lnSpc>
                          <a:spcPts val="2519"/>
                        </a:lnSpc>
                        <a:defRPr/>
                      </a:pPr>
                      <a:r>
                        <a:rPr lang="en-US" sz="1799">
                          <a:solidFill>
                            <a:srgbClr val="000000"/>
                          </a:solidFill>
                          <a:latin typeface="Poppins"/>
                          <a:ea typeface="Poppins"/>
                          <a:cs typeface="Poppins"/>
                          <a:sym typeface="Poppins"/>
                        </a:rPr>
                        <a:t>✅ Struktur &amp; Tampilan Web</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Poppins"/>
                          <a:ea typeface="Poppins"/>
                          <a:cs typeface="Poppins"/>
                          <a:sym typeface="Poppins"/>
                        </a:rPr>
                        <a:t>HTML, CSS, JavaScript</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180334">
                <a:tc>
                  <a:txBody>
                    <a:bodyPr anchor="t" rtlCol="false"/>
                    <a:lstStyle/>
                    <a:p>
                      <a:pPr algn="l">
                        <a:lnSpc>
                          <a:spcPts val="2519"/>
                        </a:lnSpc>
                        <a:defRPr/>
                      </a:pPr>
                      <a:r>
                        <a:rPr lang="en-US" sz="1799">
                          <a:solidFill>
                            <a:srgbClr val="000000"/>
                          </a:solidFill>
                          <a:latin typeface="Poppins"/>
                          <a:ea typeface="Poppins"/>
                          <a:cs typeface="Poppins"/>
                          <a:sym typeface="Poppins"/>
                        </a:rPr>
                        <a:t>✅ Interaktivitas</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Poppins"/>
                          <a:ea typeface="Poppins"/>
                          <a:cs typeface="Poppins"/>
                          <a:sym typeface="Poppins"/>
                        </a:rPr>
                        <a:t>JavaScript (Vanilla, atau framework seperti React)</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175439">
                <a:tc>
                  <a:txBody>
                    <a:bodyPr anchor="t" rtlCol="false"/>
                    <a:lstStyle/>
                    <a:p>
                      <a:pPr algn="l">
                        <a:lnSpc>
                          <a:spcPts val="2519"/>
                        </a:lnSpc>
                        <a:defRPr/>
                      </a:pPr>
                      <a:r>
                        <a:rPr lang="en-US" sz="1799">
                          <a:solidFill>
                            <a:srgbClr val="000000"/>
                          </a:solidFill>
                          <a:latin typeface="Poppins"/>
                          <a:ea typeface="Poppins"/>
                          <a:cs typeface="Poppins"/>
                          <a:sym typeface="Poppins"/>
                        </a:rPr>
                        <a:t>✅ Backend / Logika Server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Poppins"/>
                          <a:ea typeface="Poppins"/>
                          <a:cs typeface="Poppins"/>
                          <a:sym typeface="Poppins"/>
                        </a:rPr>
                        <a:t>PHP, Node.js, Python (Django/Flask), atau Laravel</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60078">
                <a:tc>
                  <a:txBody>
                    <a:bodyPr anchor="t" rtlCol="false"/>
                    <a:lstStyle/>
                    <a:p>
                      <a:pPr algn="l">
                        <a:lnSpc>
                          <a:spcPts val="2519"/>
                        </a:lnSpc>
                        <a:defRPr/>
                      </a:pPr>
                      <a:r>
                        <a:rPr lang="en-US" sz="1799">
                          <a:solidFill>
                            <a:srgbClr val="000000"/>
                          </a:solidFill>
                          <a:latin typeface="Poppins"/>
                          <a:ea typeface="Poppins"/>
                          <a:cs typeface="Poppins"/>
                          <a:sym typeface="Poppins"/>
                        </a:rPr>
                        <a:t>✅ Database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Poppins"/>
                          <a:ea typeface="Poppins"/>
                          <a:cs typeface="Poppins"/>
                          <a:sym typeface="Poppins"/>
                        </a:rPr>
                        <a:t>MySQL, PostgreSQL, atau MongoDB</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60078">
                <a:tc>
                  <a:txBody>
                    <a:bodyPr anchor="t" rtlCol="false"/>
                    <a:lstStyle/>
                    <a:p>
                      <a:pPr algn="l">
                        <a:lnSpc>
                          <a:spcPts val="2519"/>
                        </a:lnSpc>
                        <a:defRPr/>
                      </a:pPr>
                      <a:r>
                        <a:rPr lang="en-US" sz="1799">
                          <a:solidFill>
                            <a:srgbClr val="000000"/>
                          </a:solidFill>
                          <a:latin typeface="Poppins"/>
                          <a:ea typeface="Poppins"/>
                          <a:cs typeface="Poppins"/>
                          <a:sym typeface="Poppins"/>
                        </a:rPr>
                        <a:t>✅ Pengelolaan Pembayaran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Poppins"/>
                          <a:ea typeface="Poppins"/>
                          <a:cs typeface="Poppins"/>
                          <a:sym typeface="Poppins"/>
                        </a:rPr>
                        <a:t>Payment Gateway API (Midtrans, Xendit, Stripe)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60078">
                <a:tc>
                  <a:txBody>
                    <a:bodyPr anchor="t" rtlCol="false"/>
                    <a:lstStyle/>
                    <a:p>
                      <a:pPr algn="l">
                        <a:lnSpc>
                          <a:spcPts val="2519"/>
                        </a:lnSpc>
                        <a:defRPr/>
                      </a:pPr>
                      <a:r>
                        <a:rPr lang="en-US" sz="1799">
                          <a:solidFill>
                            <a:srgbClr val="000000"/>
                          </a:solidFill>
                          <a:latin typeface="Poppins"/>
                          <a:ea typeface="Poppins"/>
                          <a:cs typeface="Poppins"/>
                          <a:sym typeface="Poppins"/>
                        </a:rPr>
                        <a:t>✅ Pengiriman Otomatis</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Poppins"/>
                          <a:ea typeface="Poppins"/>
                          <a:cs typeface="Poppins"/>
                          <a:sym typeface="Poppins"/>
                        </a:rPr>
                        <a:t>Integrasi email/WhatsApp API / Cloud Storage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175439">
                <a:tc>
                  <a:txBody>
                    <a:bodyPr anchor="t" rtlCol="false"/>
                    <a:lstStyle/>
                    <a:p>
                      <a:pPr algn="l">
                        <a:lnSpc>
                          <a:spcPts val="2519"/>
                        </a:lnSpc>
                        <a:defRPr/>
                      </a:pPr>
                      <a:r>
                        <a:rPr lang="en-US" sz="1799">
                          <a:solidFill>
                            <a:srgbClr val="000000"/>
                          </a:solidFill>
                          <a:latin typeface="Poppins"/>
                          <a:ea typeface="Poppins"/>
                          <a:cs typeface="Poppins"/>
                          <a:sym typeface="Poppins"/>
                        </a:rPr>
                        <a:t>✅ Hosting</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Poppins"/>
                          <a:ea typeface="Poppins"/>
                          <a:cs typeface="Poppins"/>
                          <a:sym typeface="Poppins"/>
                        </a:rPr>
                        <a:t>VPS/Shared Hosting (Niagahoster, Hostinger, dll.)</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60078">
                <a:tc>
                  <a:txBody>
                    <a:bodyPr anchor="t" rtlCol="false"/>
                    <a:lstStyle/>
                    <a:p>
                      <a:pPr algn="l">
                        <a:lnSpc>
                          <a:spcPts val="2519"/>
                        </a:lnSpc>
                        <a:defRPr/>
                      </a:pPr>
                      <a:r>
                        <a:rPr lang="en-US" sz="1799">
                          <a:solidFill>
                            <a:srgbClr val="000000"/>
                          </a:solidFill>
                          <a:latin typeface="Poppins"/>
                          <a:ea typeface="Poppins"/>
                          <a:cs typeface="Poppins"/>
                          <a:sym typeface="Poppins"/>
                        </a:rPr>
                        <a:t>✅ Admin Panel (Opsional)</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Poppins"/>
                          <a:ea typeface="Poppins"/>
                          <a:cs typeface="Poppins"/>
                          <a:sym typeface="Poppins"/>
                        </a:rPr>
                        <a:t>CMS seperti WordPress (jika ingin lebih mudah)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Freeform 17" id="17"/>
          <p:cNvSpPr/>
          <p:nvPr/>
        </p:nvSpPr>
        <p:spPr>
          <a:xfrm flipH="false" flipV="false" rot="0">
            <a:off x="-426090" y="6677401"/>
            <a:ext cx="3487293" cy="4114800"/>
          </a:xfrm>
          <a:custGeom>
            <a:avLst/>
            <a:gdLst/>
            <a:ahLst/>
            <a:cxnLst/>
            <a:rect r="r" b="b" t="t" l="l"/>
            <a:pathLst>
              <a:path h="4114800" w="3487293">
                <a:moveTo>
                  <a:pt x="0" y="0"/>
                </a:moveTo>
                <a:lnTo>
                  <a:pt x="3487293" y="0"/>
                </a:lnTo>
                <a:lnTo>
                  <a:pt x="348729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8" id="1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7</a:t>
            </a:r>
          </a:p>
        </p:txBody>
      </p:sp>
      <p:sp>
        <p:nvSpPr>
          <p:cNvPr name="TextBox 19" id="19"/>
          <p:cNvSpPr txBox="true"/>
          <p:nvPr/>
        </p:nvSpPr>
        <p:spPr>
          <a:xfrm rot="0">
            <a:off x="-2925572" y="3773146"/>
            <a:ext cx="10126245" cy="2257192"/>
          </a:xfrm>
          <a:prstGeom prst="rect">
            <a:avLst/>
          </a:prstGeom>
        </p:spPr>
        <p:txBody>
          <a:bodyPr anchor="t" rtlCol="false" tIns="0" lIns="0" bIns="0" rIns="0">
            <a:spAutoFit/>
          </a:bodyPr>
          <a:lstStyle/>
          <a:p>
            <a:pPr algn="ctr">
              <a:lnSpc>
                <a:spcPts val="5986"/>
              </a:lnSpc>
            </a:pPr>
            <a:r>
              <a:rPr lang="en-US" sz="4275">
                <a:solidFill>
                  <a:srgbClr val="000000"/>
                </a:solidFill>
                <a:latin typeface="Alice Bold"/>
                <a:ea typeface="Alice Bold"/>
                <a:cs typeface="Alice Bold"/>
                <a:sym typeface="Alice Bold"/>
              </a:rPr>
              <a:t>TOOLS DAN </a:t>
            </a:r>
          </a:p>
          <a:p>
            <a:pPr algn="ctr">
              <a:lnSpc>
                <a:spcPts val="5986"/>
              </a:lnSpc>
            </a:pPr>
            <a:r>
              <a:rPr lang="en-US" sz="4275">
                <a:solidFill>
                  <a:srgbClr val="000000"/>
                </a:solidFill>
                <a:latin typeface="Alice Bold"/>
                <a:ea typeface="Alice Bold"/>
                <a:cs typeface="Alice Bold"/>
                <a:sym typeface="Alice Bold"/>
              </a:rPr>
              <a:t>BAHASA </a:t>
            </a:r>
          </a:p>
          <a:p>
            <a:pPr algn="ctr">
              <a:lnSpc>
                <a:spcPts val="5986"/>
              </a:lnSpc>
            </a:pPr>
            <a:r>
              <a:rPr lang="en-US" sz="4275">
                <a:solidFill>
                  <a:srgbClr val="000000"/>
                </a:solidFill>
                <a:latin typeface="Alice Bold"/>
                <a:ea typeface="Alice Bold"/>
                <a:cs typeface="Alice Bold"/>
                <a:sym typeface="Alice Bold"/>
              </a:rPr>
              <a:t>PEMROGRAMAN</a:t>
            </a:r>
          </a:p>
        </p:txBody>
      </p:sp>
    </p:spTree>
  </p:cSld>
  <p:clrMapOvr>
    <a:masterClrMapping/>
  </p:clrMapOvr>
  <p:transition spd="fast">
    <p:cover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0504" y="-818885"/>
            <a:ext cx="16216036" cy="11472846"/>
          </a:xfrm>
          <a:custGeom>
            <a:avLst/>
            <a:gdLst/>
            <a:ahLst/>
            <a:cxnLst/>
            <a:rect r="r" b="b" t="t" l="l"/>
            <a:pathLst>
              <a:path h="11472846" w="16216036">
                <a:moveTo>
                  <a:pt x="0" y="0"/>
                </a:moveTo>
                <a:lnTo>
                  <a:pt x="16216036" y="0"/>
                </a:lnTo>
                <a:lnTo>
                  <a:pt x="16216036" y="11472845"/>
                </a:lnTo>
                <a:lnTo>
                  <a:pt x="0" y="11472845"/>
                </a:lnTo>
                <a:lnTo>
                  <a:pt x="0" y="0"/>
                </a:lnTo>
                <a:close/>
              </a:path>
            </a:pathLst>
          </a:custGeom>
          <a:blipFill>
            <a:blip r:embed="rId2"/>
            <a:stretch>
              <a:fillRect l="0" t="0" r="0" b="0"/>
            </a:stretch>
          </a:blipFill>
        </p:spPr>
      </p:sp>
      <p:grpSp>
        <p:nvGrpSpPr>
          <p:cNvPr name="Group 3" id="3"/>
          <p:cNvGrpSpPr/>
          <p:nvPr/>
        </p:nvGrpSpPr>
        <p:grpSpPr>
          <a:xfrm rot="0">
            <a:off x="-187744" y="-283567"/>
            <a:ext cx="18663487" cy="1061453"/>
            <a:chOff x="0" y="0"/>
            <a:chExt cx="4915486" cy="279560"/>
          </a:xfrm>
        </p:grpSpPr>
        <p:sp>
          <p:nvSpPr>
            <p:cNvPr name="Freeform 4" id="4"/>
            <p:cNvSpPr/>
            <p:nvPr/>
          </p:nvSpPr>
          <p:spPr>
            <a:xfrm flipH="false" flipV="false" rot="0">
              <a:off x="0" y="0"/>
              <a:ext cx="4915486" cy="279560"/>
            </a:xfrm>
            <a:custGeom>
              <a:avLst/>
              <a:gdLst/>
              <a:ahLst/>
              <a:cxnLst/>
              <a:rect r="r" b="b" t="t" l="l"/>
              <a:pathLst>
                <a:path h="279560" w="4915486">
                  <a:moveTo>
                    <a:pt x="0" y="0"/>
                  </a:moveTo>
                  <a:lnTo>
                    <a:pt x="4915486" y="0"/>
                  </a:lnTo>
                  <a:lnTo>
                    <a:pt x="4915486" y="279560"/>
                  </a:lnTo>
                  <a:lnTo>
                    <a:pt x="0" y="279560"/>
                  </a:lnTo>
                  <a:close/>
                </a:path>
              </a:pathLst>
            </a:custGeom>
            <a:solidFill>
              <a:srgbClr val="4E6AFF"/>
            </a:solidFill>
          </p:spPr>
        </p:sp>
        <p:sp>
          <p:nvSpPr>
            <p:cNvPr name="TextBox 5" id="5"/>
            <p:cNvSpPr txBox="true"/>
            <p:nvPr/>
          </p:nvSpPr>
          <p:spPr>
            <a:xfrm>
              <a:off x="0" y="-57150"/>
              <a:ext cx="4915486" cy="33671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6053230" y="247159"/>
            <a:ext cx="297045" cy="29704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507742" y="247159"/>
            <a:ext cx="297045" cy="29704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6962255" y="247159"/>
            <a:ext cx="297045" cy="29704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030069" y="777886"/>
            <a:ext cx="6208080" cy="3535445"/>
          </a:xfrm>
          <a:custGeom>
            <a:avLst/>
            <a:gdLst/>
            <a:ahLst/>
            <a:cxnLst/>
            <a:rect r="r" b="b" t="t" l="l"/>
            <a:pathLst>
              <a:path h="3535445" w="6208080">
                <a:moveTo>
                  <a:pt x="0" y="0"/>
                </a:moveTo>
                <a:lnTo>
                  <a:pt x="6208079" y="0"/>
                </a:lnTo>
                <a:lnTo>
                  <a:pt x="6208079" y="3535444"/>
                </a:lnTo>
                <a:lnTo>
                  <a:pt x="0" y="3535444"/>
                </a:lnTo>
                <a:lnTo>
                  <a:pt x="0" y="0"/>
                </a:lnTo>
                <a:close/>
              </a:path>
            </a:pathLst>
          </a:custGeom>
          <a:blipFill>
            <a:blip r:embed="rId3"/>
            <a:stretch>
              <a:fillRect l="0" t="-1595" r="-2934" b="0"/>
            </a:stretch>
          </a:blipFill>
        </p:spPr>
      </p:sp>
      <p:sp>
        <p:nvSpPr>
          <p:cNvPr name="TextBox 16" id="16"/>
          <p:cNvSpPr txBox="true"/>
          <p:nvPr/>
        </p:nvSpPr>
        <p:spPr>
          <a:xfrm rot="0">
            <a:off x="6544920" y="1353098"/>
            <a:ext cx="7450084" cy="1327785"/>
          </a:xfrm>
          <a:prstGeom prst="rect">
            <a:avLst/>
          </a:prstGeom>
        </p:spPr>
        <p:txBody>
          <a:bodyPr anchor="t" rtlCol="false" tIns="0" lIns="0" bIns="0" rIns="0">
            <a:spAutoFit/>
          </a:bodyPr>
          <a:lstStyle/>
          <a:p>
            <a:pPr algn="ctr" marL="0" indent="0" lvl="0">
              <a:lnSpc>
                <a:spcPts val="4920"/>
              </a:lnSpc>
              <a:spcBef>
                <a:spcPct val="0"/>
              </a:spcBef>
            </a:pPr>
            <a:r>
              <a:rPr lang="en-US" sz="6000">
                <a:solidFill>
                  <a:srgbClr val="4E6AFF"/>
                </a:solidFill>
                <a:latin typeface="Archivo Black"/>
                <a:ea typeface="Archivo Black"/>
                <a:cs typeface="Archivo Black"/>
                <a:sym typeface="Archivo Black"/>
              </a:rPr>
              <a:t>USE CASE DIAGRAM</a:t>
            </a:r>
          </a:p>
        </p:txBody>
      </p:sp>
      <p:grpSp>
        <p:nvGrpSpPr>
          <p:cNvPr name="Group 17" id="17"/>
          <p:cNvGrpSpPr/>
          <p:nvPr/>
        </p:nvGrpSpPr>
        <p:grpSpPr>
          <a:xfrm rot="0">
            <a:off x="621370" y="2814773"/>
            <a:ext cx="814660" cy="81466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99F"/>
            </a:solidFill>
          </p:spPr>
        </p:sp>
        <p:sp>
          <p:nvSpPr>
            <p:cNvPr name="TextBox 19" id="19"/>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2823145" y="1971470"/>
            <a:ext cx="957994" cy="957994"/>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100"/>
            </a:solidFill>
          </p:spPr>
        </p:sp>
        <p:sp>
          <p:nvSpPr>
            <p:cNvPr name="TextBox 22" id="22"/>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5977994" y="1153073"/>
            <a:ext cx="452626" cy="45262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D69"/>
            </a:solidFill>
          </p:spPr>
        </p:sp>
        <p:sp>
          <p:nvSpPr>
            <p:cNvPr name="TextBox 25" id="25"/>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Freeform 26" id="26"/>
          <p:cNvSpPr/>
          <p:nvPr/>
        </p:nvSpPr>
        <p:spPr>
          <a:xfrm flipH="false" flipV="false" rot="0">
            <a:off x="11307269" y="3539065"/>
            <a:ext cx="6283299" cy="5348658"/>
          </a:xfrm>
          <a:custGeom>
            <a:avLst/>
            <a:gdLst/>
            <a:ahLst/>
            <a:cxnLst/>
            <a:rect r="r" b="b" t="t" l="l"/>
            <a:pathLst>
              <a:path h="5348658" w="6283299">
                <a:moveTo>
                  <a:pt x="0" y="0"/>
                </a:moveTo>
                <a:lnTo>
                  <a:pt x="6283298" y="0"/>
                </a:lnTo>
                <a:lnTo>
                  <a:pt x="6283298" y="5348657"/>
                </a:lnTo>
                <a:lnTo>
                  <a:pt x="0" y="53486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10800000">
            <a:off x="3963461" y="3256378"/>
            <a:ext cx="6743733" cy="6001922"/>
          </a:xfrm>
          <a:custGeom>
            <a:avLst/>
            <a:gdLst/>
            <a:ahLst/>
            <a:cxnLst/>
            <a:rect r="r" b="b" t="t" l="l"/>
            <a:pathLst>
              <a:path h="6001922" w="6743733">
                <a:moveTo>
                  <a:pt x="0" y="0"/>
                </a:moveTo>
                <a:lnTo>
                  <a:pt x="6743733" y="0"/>
                </a:lnTo>
                <a:lnTo>
                  <a:pt x="6743733" y="6001922"/>
                </a:lnTo>
                <a:lnTo>
                  <a:pt x="0" y="60019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8" id="28"/>
          <p:cNvSpPr txBox="true"/>
          <p:nvPr/>
        </p:nvSpPr>
        <p:spPr>
          <a:xfrm rot="0">
            <a:off x="11513381" y="5890368"/>
            <a:ext cx="2267759" cy="579376"/>
          </a:xfrm>
          <a:prstGeom prst="rect">
            <a:avLst/>
          </a:prstGeom>
        </p:spPr>
        <p:txBody>
          <a:bodyPr anchor="t" rtlCol="false" tIns="0" lIns="0" bIns="0" rIns="0">
            <a:spAutoFit/>
          </a:bodyPr>
          <a:lstStyle/>
          <a:p>
            <a:pPr algn="ctr">
              <a:lnSpc>
                <a:spcPts val="4783"/>
              </a:lnSpc>
              <a:spcBef>
                <a:spcPct val="0"/>
              </a:spcBef>
            </a:pPr>
            <a:r>
              <a:rPr lang="en-US" sz="3416">
                <a:solidFill>
                  <a:srgbClr val="383840"/>
                </a:solidFill>
                <a:latin typeface="Gagalin"/>
                <a:ea typeface="Gagalin"/>
                <a:cs typeface="Gagalin"/>
                <a:sym typeface="Gagalin"/>
              </a:rPr>
              <a:t>PENGUNJUNG</a:t>
            </a:r>
          </a:p>
        </p:txBody>
      </p:sp>
      <p:sp>
        <p:nvSpPr>
          <p:cNvPr name="TextBox 29" id="29"/>
          <p:cNvSpPr txBox="true"/>
          <p:nvPr/>
        </p:nvSpPr>
        <p:spPr>
          <a:xfrm rot="0">
            <a:off x="14379114" y="3572283"/>
            <a:ext cx="1883498" cy="522614"/>
          </a:xfrm>
          <a:prstGeom prst="rect">
            <a:avLst/>
          </a:prstGeom>
        </p:spPr>
        <p:txBody>
          <a:bodyPr anchor="t" rtlCol="false" tIns="0" lIns="0" bIns="0" rIns="0">
            <a:spAutoFit/>
          </a:bodyPr>
          <a:lstStyle/>
          <a:p>
            <a:pPr algn="ctr">
              <a:lnSpc>
                <a:spcPts val="4342"/>
              </a:lnSpc>
              <a:spcBef>
                <a:spcPct val="0"/>
              </a:spcBef>
            </a:pPr>
            <a:r>
              <a:rPr lang="en-US" sz="3101">
                <a:solidFill>
                  <a:srgbClr val="383840"/>
                </a:solidFill>
                <a:latin typeface="Gagalin"/>
                <a:ea typeface="Gagalin"/>
                <a:cs typeface="Gagalin"/>
                <a:sym typeface="Gagalin"/>
              </a:rPr>
              <a:t>mengakses</a:t>
            </a:r>
          </a:p>
        </p:txBody>
      </p:sp>
      <p:sp>
        <p:nvSpPr>
          <p:cNvPr name="TextBox 30" id="30"/>
          <p:cNvSpPr txBox="true"/>
          <p:nvPr/>
        </p:nvSpPr>
        <p:spPr>
          <a:xfrm rot="0">
            <a:off x="15487257" y="4620886"/>
            <a:ext cx="1363543" cy="522614"/>
          </a:xfrm>
          <a:prstGeom prst="rect">
            <a:avLst/>
          </a:prstGeom>
        </p:spPr>
        <p:txBody>
          <a:bodyPr anchor="t" rtlCol="false" tIns="0" lIns="0" bIns="0" rIns="0">
            <a:spAutoFit/>
          </a:bodyPr>
          <a:lstStyle/>
          <a:p>
            <a:pPr algn="ctr">
              <a:lnSpc>
                <a:spcPts val="4342"/>
              </a:lnSpc>
              <a:spcBef>
                <a:spcPct val="0"/>
              </a:spcBef>
            </a:pPr>
            <a:r>
              <a:rPr lang="en-US" sz="3101">
                <a:solidFill>
                  <a:srgbClr val="383840"/>
                </a:solidFill>
                <a:latin typeface="Gagalin"/>
                <a:ea typeface="Gagalin"/>
                <a:cs typeface="Gagalin"/>
                <a:sym typeface="Gagalin"/>
              </a:rPr>
              <a:t>melihat</a:t>
            </a:r>
          </a:p>
        </p:txBody>
      </p:sp>
      <p:sp>
        <p:nvSpPr>
          <p:cNvPr name="TextBox 31" id="31"/>
          <p:cNvSpPr txBox="true"/>
          <p:nvPr/>
        </p:nvSpPr>
        <p:spPr>
          <a:xfrm rot="0">
            <a:off x="15661020" y="5923511"/>
            <a:ext cx="1378510" cy="522614"/>
          </a:xfrm>
          <a:prstGeom prst="rect">
            <a:avLst/>
          </a:prstGeom>
        </p:spPr>
        <p:txBody>
          <a:bodyPr anchor="t" rtlCol="false" tIns="0" lIns="0" bIns="0" rIns="0">
            <a:spAutoFit/>
          </a:bodyPr>
          <a:lstStyle/>
          <a:p>
            <a:pPr algn="ctr">
              <a:lnSpc>
                <a:spcPts val="4342"/>
              </a:lnSpc>
              <a:spcBef>
                <a:spcPct val="0"/>
              </a:spcBef>
            </a:pPr>
            <a:r>
              <a:rPr lang="en-US" sz="3101">
                <a:solidFill>
                  <a:srgbClr val="383840"/>
                </a:solidFill>
                <a:latin typeface="Gagalin"/>
                <a:ea typeface="Gagalin"/>
                <a:cs typeface="Gagalin"/>
                <a:sym typeface="Gagalin"/>
              </a:rPr>
              <a:t>membeli</a:t>
            </a:r>
          </a:p>
        </p:txBody>
      </p:sp>
      <p:sp>
        <p:nvSpPr>
          <p:cNvPr name="TextBox 32" id="32"/>
          <p:cNvSpPr txBox="true"/>
          <p:nvPr/>
        </p:nvSpPr>
        <p:spPr>
          <a:xfrm rot="0">
            <a:off x="15344348" y="7107739"/>
            <a:ext cx="1542369" cy="522614"/>
          </a:xfrm>
          <a:prstGeom prst="rect">
            <a:avLst/>
          </a:prstGeom>
        </p:spPr>
        <p:txBody>
          <a:bodyPr anchor="t" rtlCol="false" tIns="0" lIns="0" bIns="0" rIns="0">
            <a:spAutoFit/>
          </a:bodyPr>
          <a:lstStyle/>
          <a:p>
            <a:pPr algn="ctr">
              <a:lnSpc>
                <a:spcPts val="4342"/>
              </a:lnSpc>
              <a:spcBef>
                <a:spcPct val="0"/>
              </a:spcBef>
            </a:pPr>
            <a:r>
              <a:rPr lang="en-US" sz="3101">
                <a:solidFill>
                  <a:srgbClr val="383840"/>
                </a:solidFill>
                <a:latin typeface="Gagalin"/>
                <a:ea typeface="Gagalin"/>
                <a:cs typeface="Gagalin"/>
                <a:sym typeface="Gagalin"/>
              </a:rPr>
              <a:t>memesan</a:t>
            </a:r>
          </a:p>
        </p:txBody>
      </p:sp>
      <p:sp>
        <p:nvSpPr>
          <p:cNvPr name="TextBox 33" id="33"/>
          <p:cNvSpPr txBox="true"/>
          <p:nvPr/>
        </p:nvSpPr>
        <p:spPr>
          <a:xfrm rot="0">
            <a:off x="14379114" y="8287579"/>
            <a:ext cx="1985813" cy="472067"/>
          </a:xfrm>
          <a:prstGeom prst="rect">
            <a:avLst/>
          </a:prstGeom>
        </p:spPr>
        <p:txBody>
          <a:bodyPr anchor="t" rtlCol="false" tIns="0" lIns="0" bIns="0" rIns="0">
            <a:spAutoFit/>
          </a:bodyPr>
          <a:lstStyle/>
          <a:p>
            <a:pPr algn="ctr">
              <a:lnSpc>
                <a:spcPts val="3870"/>
              </a:lnSpc>
              <a:spcBef>
                <a:spcPct val="0"/>
              </a:spcBef>
            </a:pPr>
            <a:r>
              <a:rPr lang="en-US" sz="2764">
                <a:solidFill>
                  <a:srgbClr val="383840"/>
                </a:solidFill>
                <a:latin typeface="Gagalin"/>
                <a:ea typeface="Gagalin"/>
                <a:cs typeface="Gagalin"/>
                <a:sym typeface="Gagalin"/>
              </a:rPr>
              <a:t>pembayaran</a:t>
            </a:r>
          </a:p>
        </p:txBody>
      </p:sp>
      <p:sp>
        <p:nvSpPr>
          <p:cNvPr name="TextBox 34" id="34"/>
          <p:cNvSpPr txBox="true"/>
          <p:nvPr/>
        </p:nvSpPr>
        <p:spPr>
          <a:xfrm rot="0">
            <a:off x="8993674" y="5934314"/>
            <a:ext cx="1089347" cy="579376"/>
          </a:xfrm>
          <a:prstGeom prst="rect">
            <a:avLst/>
          </a:prstGeom>
        </p:spPr>
        <p:txBody>
          <a:bodyPr anchor="t" rtlCol="false" tIns="0" lIns="0" bIns="0" rIns="0">
            <a:spAutoFit/>
          </a:bodyPr>
          <a:lstStyle/>
          <a:p>
            <a:pPr algn="ctr">
              <a:lnSpc>
                <a:spcPts val="4783"/>
              </a:lnSpc>
              <a:spcBef>
                <a:spcPct val="0"/>
              </a:spcBef>
            </a:pPr>
            <a:r>
              <a:rPr lang="en-US" sz="3416">
                <a:solidFill>
                  <a:srgbClr val="383840"/>
                </a:solidFill>
                <a:latin typeface="Gagalin"/>
                <a:ea typeface="Gagalin"/>
                <a:cs typeface="Gagalin"/>
                <a:sym typeface="Gagalin"/>
              </a:rPr>
              <a:t>admin</a:t>
            </a:r>
          </a:p>
        </p:txBody>
      </p:sp>
      <p:sp>
        <p:nvSpPr>
          <p:cNvPr name="TextBox 35" id="35"/>
          <p:cNvSpPr txBox="true"/>
          <p:nvPr/>
        </p:nvSpPr>
        <p:spPr>
          <a:xfrm rot="0">
            <a:off x="5752172" y="3572283"/>
            <a:ext cx="1864254" cy="522614"/>
          </a:xfrm>
          <a:prstGeom prst="rect">
            <a:avLst/>
          </a:prstGeom>
        </p:spPr>
        <p:txBody>
          <a:bodyPr anchor="t" rtlCol="false" tIns="0" lIns="0" bIns="0" rIns="0">
            <a:spAutoFit/>
          </a:bodyPr>
          <a:lstStyle/>
          <a:p>
            <a:pPr algn="ctr">
              <a:lnSpc>
                <a:spcPts val="4342"/>
              </a:lnSpc>
              <a:spcBef>
                <a:spcPct val="0"/>
              </a:spcBef>
            </a:pPr>
            <a:r>
              <a:rPr lang="en-US" sz="3101">
                <a:solidFill>
                  <a:srgbClr val="383840"/>
                </a:solidFill>
                <a:latin typeface="Gagalin"/>
                <a:ea typeface="Gagalin"/>
                <a:cs typeface="Gagalin"/>
                <a:sym typeface="Gagalin"/>
              </a:rPr>
              <a:t>mengelola</a:t>
            </a:r>
          </a:p>
        </p:txBody>
      </p:sp>
      <p:sp>
        <p:nvSpPr>
          <p:cNvPr name="TextBox 36" id="36"/>
          <p:cNvSpPr txBox="true"/>
          <p:nvPr/>
        </p:nvSpPr>
        <p:spPr>
          <a:xfrm rot="0">
            <a:off x="4561902" y="4627655"/>
            <a:ext cx="2101781" cy="522614"/>
          </a:xfrm>
          <a:prstGeom prst="rect">
            <a:avLst/>
          </a:prstGeom>
        </p:spPr>
        <p:txBody>
          <a:bodyPr anchor="t" rtlCol="false" tIns="0" lIns="0" bIns="0" rIns="0">
            <a:spAutoFit/>
          </a:bodyPr>
          <a:lstStyle/>
          <a:p>
            <a:pPr algn="ctr">
              <a:lnSpc>
                <a:spcPts val="4342"/>
              </a:lnSpc>
              <a:spcBef>
                <a:spcPct val="0"/>
              </a:spcBef>
            </a:pPr>
            <a:r>
              <a:rPr lang="en-US" sz="3101">
                <a:solidFill>
                  <a:srgbClr val="383840"/>
                </a:solidFill>
                <a:latin typeface="Gagalin"/>
                <a:ea typeface="Gagalin"/>
                <a:cs typeface="Gagalin"/>
                <a:sym typeface="Gagalin"/>
              </a:rPr>
              <a:t>mengupload</a:t>
            </a:r>
          </a:p>
        </p:txBody>
      </p:sp>
      <p:sp>
        <p:nvSpPr>
          <p:cNvPr name="TextBox 37" id="37"/>
          <p:cNvSpPr txBox="true"/>
          <p:nvPr/>
        </p:nvSpPr>
        <p:spPr>
          <a:xfrm rot="0">
            <a:off x="3997965" y="6001674"/>
            <a:ext cx="2432655" cy="444451"/>
          </a:xfrm>
          <a:prstGeom prst="rect">
            <a:avLst/>
          </a:prstGeom>
        </p:spPr>
        <p:txBody>
          <a:bodyPr anchor="t" rtlCol="false" tIns="0" lIns="0" bIns="0" rIns="0">
            <a:spAutoFit/>
          </a:bodyPr>
          <a:lstStyle/>
          <a:p>
            <a:pPr algn="ctr">
              <a:lnSpc>
                <a:spcPts val="3613"/>
              </a:lnSpc>
              <a:spcBef>
                <a:spcPct val="0"/>
              </a:spcBef>
            </a:pPr>
            <a:r>
              <a:rPr lang="en-US" sz="2580">
                <a:solidFill>
                  <a:srgbClr val="383840"/>
                </a:solidFill>
                <a:latin typeface="Gagalin"/>
                <a:ea typeface="Gagalin"/>
                <a:cs typeface="Gagalin"/>
                <a:sym typeface="Gagalin"/>
              </a:rPr>
              <a:t>membalas pesan</a:t>
            </a:r>
          </a:p>
        </p:txBody>
      </p:sp>
      <p:sp>
        <p:nvSpPr>
          <p:cNvPr name="TextBox 38" id="38"/>
          <p:cNvSpPr txBox="true"/>
          <p:nvPr/>
        </p:nvSpPr>
        <p:spPr>
          <a:xfrm rot="0">
            <a:off x="4561902" y="7107739"/>
            <a:ext cx="1887770" cy="897309"/>
          </a:xfrm>
          <a:prstGeom prst="rect">
            <a:avLst/>
          </a:prstGeom>
        </p:spPr>
        <p:txBody>
          <a:bodyPr anchor="t" rtlCol="false" tIns="0" lIns="0" bIns="0" rIns="0">
            <a:spAutoFit/>
          </a:bodyPr>
          <a:lstStyle/>
          <a:p>
            <a:pPr algn="ctr">
              <a:lnSpc>
                <a:spcPts val="3613"/>
              </a:lnSpc>
            </a:pPr>
            <a:r>
              <a:rPr lang="en-US" sz="2580">
                <a:solidFill>
                  <a:srgbClr val="383840"/>
                </a:solidFill>
                <a:latin typeface="Gagalin"/>
                <a:ea typeface="Gagalin"/>
                <a:cs typeface="Gagalin"/>
                <a:sym typeface="Gagalin"/>
              </a:rPr>
              <a:t>menentukan </a:t>
            </a:r>
          </a:p>
          <a:p>
            <a:pPr algn="ctr">
              <a:lnSpc>
                <a:spcPts val="3613"/>
              </a:lnSpc>
              <a:spcBef>
                <a:spcPct val="0"/>
              </a:spcBef>
            </a:pPr>
            <a:r>
              <a:rPr lang="en-US" sz="2580">
                <a:solidFill>
                  <a:srgbClr val="383840"/>
                </a:solidFill>
                <a:latin typeface="Gagalin"/>
                <a:ea typeface="Gagalin"/>
                <a:cs typeface="Gagalin"/>
                <a:sym typeface="Gagalin"/>
              </a:rPr>
              <a:t>harga</a:t>
            </a:r>
          </a:p>
        </p:txBody>
      </p:sp>
      <p:sp>
        <p:nvSpPr>
          <p:cNvPr name="TextBox 39" id="39"/>
          <p:cNvSpPr txBox="true"/>
          <p:nvPr/>
        </p:nvSpPr>
        <p:spPr>
          <a:xfrm rot="0">
            <a:off x="5837604" y="8282416"/>
            <a:ext cx="1438147" cy="897309"/>
          </a:xfrm>
          <a:prstGeom prst="rect">
            <a:avLst/>
          </a:prstGeom>
        </p:spPr>
        <p:txBody>
          <a:bodyPr anchor="t" rtlCol="false" tIns="0" lIns="0" bIns="0" rIns="0">
            <a:spAutoFit/>
          </a:bodyPr>
          <a:lstStyle/>
          <a:p>
            <a:pPr algn="ctr">
              <a:lnSpc>
                <a:spcPts val="3613"/>
              </a:lnSpc>
            </a:pPr>
            <a:r>
              <a:rPr lang="en-US" sz="2580">
                <a:solidFill>
                  <a:srgbClr val="383840"/>
                </a:solidFill>
                <a:latin typeface="Gagalin"/>
                <a:ea typeface="Gagalin"/>
                <a:cs typeface="Gagalin"/>
                <a:sym typeface="Gagalin"/>
              </a:rPr>
              <a:t>mencetak</a:t>
            </a:r>
          </a:p>
          <a:p>
            <a:pPr algn="ctr">
              <a:lnSpc>
                <a:spcPts val="3613"/>
              </a:lnSpc>
              <a:spcBef>
                <a:spcPct val="0"/>
              </a:spcBef>
            </a:pPr>
            <a:r>
              <a:rPr lang="en-US" sz="2580">
                <a:solidFill>
                  <a:srgbClr val="383840"/>
                </a:solidFill>
                <a:latin typeface="Gagalin"/>
                <a:ea typeface="Gagalin"/>
                <a:cs typeface="Gagalin"/>
                <a:sym typeface="Gagalin"/>
              </a:rPr>
              <a:t>laporan</a:t>
            </a:r>
          </a:p>
        </p:txBody>
      </p:sp>
    </p:spTree>
  </p:cSld>
  <p:clrMapOvr>
    <a:masterClrMapping/>
  </p:clrMapOvr>
  <p:transition spd="fast">
    <p:cover dir="l"/>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7744" y="-283567"/>
            <a:ext cx="18663487" cy="1061453"/>
            <a:chOff x="0" y="0"/>
            <a:chExt cx="4915486" cy="279560"/>
          </a:xfrm>
        </p:grpSpPr>
        <p:sp>
          <p:nvSpPr>
            <p:cNvPr name="Freeform 3" id="3"/>
            <p:cNvSpPr/>
            <p:nvPr/>
          </p:nvSpPr>
          <p:spPr>
            <a:xfrm flipH="false" flipV="false" rot="0">
              <a:off x="0" y="0"/>
              <a:ext cx="4915486" cy="279560"/>
            </a:xfrm>
            <a:custGeom>
              <a:avLst/>
              <a:gdLst/>
              <a:ahLst/>
              <a:cxnLst/>
              <a:rect r="r" b="b" t="t" l="l"/>
              <a:pathLst>
                <a:path h="279560" w="4915486">
                  <a:moveTo>
                    <a:pt x="0" y="0"/>
                  </a:moveTo>
                  <a:lnTo>
                    <a:pt x="4915486" y="0"/>
                  </a:lnTo>
                  <a:lnTo>
                    <a:pt x="4915486" y="279560"/>
                  </a:lnTo>
                  <a:lnTo>
                    <a:pt x="0" y="279560"/>
                  </a:lnTo>
                  <a:close/>
                </a:path>
              </a:pathLst>
            </a:custGeom>
            <a:solidFill>
              <a:srgbClr val="4E6AFF"/>
            </a:solidFill>
          </p:spPr>
        </p:sp>
        <p:sp>
          <p:nvSpPr>
            <p:cNvPr name="TextBox 4" id="4"/>
            <p:cNvSpPr txBox="true"/>
            <p:nvPr/>
          </p:nvSpPr>
          <p:spPr>
            <a:xfrm>
              <a:off x="0" y="-57150"/>
              <a:ext cx="4915486" cy="33671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053230" y="247159"/>
            <a:ext cx="297045" cy="29704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6507742" y="247159"/>
            <a:ext cx="297045" cy="29704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962255" y="247159"/>
            <a:ext cx="297045" cy="29704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8021184" y="1423963"/>
            <a:ext cx="2070061" cy="207006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100"/>
            </a:solidFill>
          </p:spPr>
        </p:sp>
        <p:sp>
          <p:nvSpPr>
            <p:cNvPr name="TextBox 16" id="16"/>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693011" y="7881250"/>
            <a:ext cx="684039" cy="68403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99F"/>
            </a:solidFill>
          </p:spPr>
        </p:sp>
        <p:sp>
          <p:nvSpPr>
            <p:cNvPr name="TextBox 19" id="19"/>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7036674" y="5143500"/>
            <a:ext cx="535201" cy="53520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D69"/>
            </a:solidFill>
          </p:spPr>
        </p:sp>
        <p:sp>
          <p:nvSpPr>
            <p:cNvPr name="TextBox 22" id="22"/>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0" y="777886"/>
            <a:ext cx="18695953" cy="10516474"/>
          </a:xfrm>
          <a:custGeom>
            <a:avLst/>
            <a:gdLst/>
            <a:ahLst/>
            <a:cxnLst/>
            <a:rect r="r" b="b" t="t" l="l"/>
            <a:pathLst>
              <a:path h="10516474" w="18695953">
                <a:moveTo>
                  <a:pt x="0" y="0"/>
                </a:moveTo>
                <a:lnTo>
                  <a:pt x="18695953" y="0"/>
                </a:lnTo>
                <a:lnTo>
                  <a:pt x="18695953" y="10516474"/>
                </a:lnTo>
                <a:lnTo>
                  <a:pt x="0" y="10516474"/>
                </a:lnTo>
                <a:lnTo>
                  <a:pt x="0" y="0"/>
                </a:lnTo>
                <a:close/>
              </a:path>
            </a:pathLst>
          </a:custGeom>
          <a:blipFill>
            <a:blip r:embed="rId2"/>
            <a:stretch>
              <a:fillRect l="0" t="0" r="0" b="0"/>
            </a:stretch>
          </a:blipFill>
        </p:spPr>
      </p:sp>
      <p:sp>
        <p:nvSpPr>
          <p:cNvPr name="TextBox 24" id="2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9</a:t>
            </a:r>
          </a:p>
        </p:txBody>
      </p:sp>
    </p:spTree>
  </p:cSld>
  <p:clrMapOvr>
    <a:masterClrMapping/>
  </p:clrMapOvr>
  <p:transition spd="fast">
    <p:cover dir="l"/>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7744" y="-283567"/>
            <a:ext cx="18663487" cy="1061453"/>
            <a:chOff x="0" y="0"/>
            <a:chExt cx="4915486" cy="279560"/>
          </a:xfrm>
        </p:grpSpPr>
        <p:sp>
          <p:nvSpPr>
            <p:cNvPr name="Freeform 3" id="3"/>
            <p:cNvSpPr/>
            <p:nvPr/>
          </p:nvSpPr>
          <p:spPr>
            <a:xfrm flipH="false" flipV="false" rot="0">
              <a:off x="0" y="0"/>
              <a:ext cx="4915486" cy="279560"/>
            </a:xfrm>
            <a:custGeom>
              <a:avLst/>
              <a:gdLst/>
              <a:ahLst/>
              <a:cxnLst/>
              <a:rect r="r" b="b" t="t" l="l"/>
              <a:pathLst>
                <a:path h="279560" w="4915486">
                  <a:moveTo>
                    <a:pt x="0" y="0"/>
                  </a:moveTo>
                  <a:lnTo>
                    <a:pt x="4915486" y="0"/>
                  </a:lnTo>
                  <a:lnTo>
                    <a:pt x="4915486" y="279560"/>
                  </a:lnTo>
                  <a:lnTo>
                    <a:pt x="0" y="279560"/>
                  </a:lnTo>
                  <a:close/>
                </a:path>
              </a:pathLst>
            </a:custGeom>
            <a:solidFill>
              <a:srgbClr val="4E6AFF"/>
            </a:solidFill>
          </p:spPr>
        </p:sp>
        <p:sp>
          <p:nvSpPr>
            <p:cNvPr name="TextBox 4" id="4"/>
            <p:cNvSpPr txBox="true"/>
            <p:nvPr/>
          </p:nvSpPr>
          <p:spPr>
            <a:xfrm>
              <a:off x="0" y="-57150"/>
              <a:ext cx="4915486" cy="33671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053230" y="247159"/>
            <a:ext cx="297045" cy="29704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6507742" y="247159"/>
            <a:ext cx="297045" cy="29704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962255" y="247159"/>
            <a:ext cx="297045" cy="29704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10800000">
            <a:off x="438524" y="2315831"/>
            <a:ext cx="3634498" cy="3216531"/>
          </a:xfrm>
          <a:custGeom>
            <a:avLst/>
            <a:gdLst/>
            <a:ahLst/>
            <a:cxnLst/>
            <a:rect r="r" b="b" t="t" l="l"/>
            <a:pathLst>
              <a:path h="3216531" w="3634498">
                <a:moveTo>
                  <a:pt x="0" y="0"/>
                </a:moveTo>
                <a:lnTo>
                  <a:pt x="3634498" y="0"/>
                </a:lnTo>
                <a:lnTo>
                  <a:pt x="3634498" y="3216531"/>
                </a:lnTo>
                <a:lnTo>
                  <a:pt x="0" y="32165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10800000">
            <a:off x="8840430" y="1491249"/>
            <a:ext cx="3158082" cy="2794903"/>
          </a:xfrm>
          <a:custGeom>
            <a:avLst/>
            <a:gdLst/>
            <a:ahLst/>
            <a:cxnLst/>
            <a:rect r="r" b="b" t="t" l="l"/>
            <a:pathLst>
              <a:path h="2794903" w="3158082">
                <a:moveTo>
                  <a:pt x="0" y="2794903"/>
                </a:moveTo>
                <a:lnTo>
                  <a:pt x="3158083" y="2794903"/>
                </a:lnTo>
                <a:lnTo>
                  <a:pt x="3158083" y="0"/>
                </a:lnTo>
                <a:lnTo>
                  <a:pt x="0" y="0"/>
                </a:lnTo>
                <a:lnTo>
                  <a:pt x="0" y="2794903"/>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6" id="16"/>
          <p:cNvGrpSpPr/>
          <p:nvPr/>
        </p:nvGrpSpPr>
        <p:grpSpPr>
          <a:xfrm rot="0">
            <a:off x="741704" y="2772089"/>
            <a:ext cx="3028137" cy="3028125"/>
            <a:chOff x="0" y="0"/>
            <a:chExt cx="6350000" cy="6349975"/>
          </a:xfrm>
        </p:grpSpPr>
        <p:sp>
          <p:nvSpPr>
            <p:cNvPr name="Freeform 17" id="17"/>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24976" t="0" r="-24976" b="0"/>
              </a:stretch>
            </a:blipFill>
          </p:spPr>
        </p:sp>
      </p:grpSp>
      <p:grpSp>
        <p:nvGrpSpPr>
          <p:cNvPr name="Group 18" id="18"/>
          <p:cNvGrpSpPr/>
          <p:nvPr/>
        </p:nvGrpSpPr>
        <p:grpSpPr>
          <a:xfrm rot="0">
            <a:off x="9103869" y="1213706"/>
            <a:ext cx="2631204" cy="2631194"/>
            <a:chOff x="0" y="0"/>
            <a:chExt cx="6350000" cy="6349975"/>
          </a:xfrm>
        </p:grpSpPr>
        <p:sp>
          <p:nvSpPr>
            <p:cNvPr name="Freeform 19" id="19"/>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5"/>
              <a:stretch>
                <a:fillRect l="-24999" t="0" r="-24999" b="0"/>
              </a:stretch>
            </a:blipFill>
          </p:spPr>
        </p:sp>
      </p:grpSp>
      <p:sp>
        <p:nvSpPr>
          <p:cNvPr name="TextBox 20" id="20"/>
          <p:cNvSpPr txBox="true"/>
          <p:nvPr/>
        </p:nvSpPr>
        <p:spPr>
          <a:xfrm rot="0">
            <a:off x="438524" y="1470005"/>
            <a:ext cx="6704058" cy="708660"/>
          </a:xfrm>
          <a:prstGeom prst="rect">
            <a:avLst/>
          </a:prstGeom>
        </p:spPr>
        <p:txBody>
          <a:bodyPr anchor="t" rtlCol="false" tIns="0" lIns="0" bIns="0" rIns="0">
            <a:spAutoFit/>
          </a:bodyPr>
          <a:lstStyle/>
          <a:p>
            <a:pPr algn="l" marL="0" indent="0" lvl="0">
              <a:lnSpc>
                <a:spcPts val="4920"/>
              </a:lnSpc>
              <a:spcBef>
                <a:spcPct val="0"/>
              </a:spcBef>
            </a:pPr>
            <a:r>
              <a:rPr lang="en-US" sz="6000">
                <a:solidFill>
                  <a:srgbClr val="4E6AFF"/>
                </a:solidFill>
                <a:latin typeface="Archivo Black"/>
                <a:ea typeface="Archivo Black"/>
                <a:cs typeface="Archivo Black"/>
                <a:sym typeface="Archivo Black"/>
              </a:rPr>
              <a:t>OUR TEAM</a:t>
            </a:r>
          </a:p>
        </p:txBody>
      </p:sp>
      <p:sp>
        <p:nvSpPr>
          <p:cNvPr name="TextBox 21" id="21"/>
          <p:cNvSpPr txBox="true"/>
          <p:nvPr/>
        </p:nvSpPr>
        <p:spPr>
          <a:xfrm rot="0">
            <a:off x="4073022" y="4676627"/>
            <a:ext cx="5935633" cy="2130425"/>
          </a:xfrm>
          <a:prstGeom prst="rect">
            <a:avLst/>
          </a:prstGeom>
        </p:spPr>
        <p:txBody>
          <a:bodyPr anchor="t" rtlCol="false" tIns="0" lIns="0" bIns="0" rIns="0">
            <a:spAutoFit/>
          </a:bodyPr>
          <a:lstStyle/>
          <a:p>
            <a:pPr algn="just" marL="431801" indent="-215900" lvl="1">
              <a:lnSpc>
                <a:spcPts val="2800"/>
              </a:lnSpc>
              <a:buFont typeface="Arial"/>
              <a:buChar char="•"/>
            </a:pPr>
            <a:r>
              <a:rPr lang="en-US" sz="2000" i="true">
                <a:solidFill>
                  <a:srgbClr val="000000"/>
                </a:solidFill>
                <a:latin typeface="Poppins Light Italics"/>
                <a:ea typeface="Poppins Light Italics"/>
                <a:cs typeface="Poppins Light Italics"/>
                <a:sym typeface="Poppins Light Italics"/>
              </a:rPr>
              <a:t>Pemilik usaha dan penyedia konten (foto, layanan)</a:t>
            </a:r>
          </a:p>
          <a:p>
            <a:pPr algn="just" marL="431801" indent="-215900" lvl="1">
              <a:lnSpc>
                <a:spcPts val="2800"/>
              </a:lnSpc>
              <a:buFont typeface="Arial"/>
              <a:buChar char="•"/>
            </a:pPr>
            <a:r>
              <a:rPr lang="en-US" sz="2000" i="true">
                <a:solidFill>
                  <a:srgbClr val="000000"/>
                </a:solidFill>
                <a:latin typeface="Poppins Light Italics"/>
                <a:ea typeface="Poppins Light Italics"/>
                <a:cs typeface="Poppins Light Italics"/>
                <a:sym typeface="Poppins Light Italics"/>
              </a:rPr>
              <a:t>Menentukan fitur, tampilan, dan alur bisnis</a:t>
            </a:r>
          </a:p>
          <a:p>
            <a:pPr algn="just" marL="431801" indent="-215900" lvl="1">
              <a:lnSpc>
                <a:spcPts val="2800"/>
              </a:lnSpc>
              <a:buFont typeface="Arial"/>
              <a:buChar char="•"/>
            </a:pPr>
            <a:r>
              <a:rPr lang="en-US" sz="2000" i="true">
                <a:solidFill>
                  <a:srgbClr val="000000"/>
                </a:solidFill>
                <a:latin typeface="Poppins Light Italics"/>
                <a:ea typeface="Poppins Light Italics"/>
                <a:cs typeface="Poppins Light Italics"/>
                <a:sym typeface="Poppins Light Italics"/>
              </a:rPr>
              <a:t>Menyediakan data: foto, price list, jadwal, paket</a:t>
            </a:r>
          </a:p>
          <a:p>
            <a:pPr algn="just">
              <a:lnSpc>
                <a:spcPts val="2800"/>
              </a:lnSpc>
              <a:spcBef>
                <a:spcPct val="0"/>
              </a:spcBef>
            </a:pPr>
          </a:p>
        </p:txBody>
      </p:sp>
      <p:grpSp>
        <p:nvGrpSpPr>
          <p:cNvPr name="Group 22" id="22"/>
          <p:cNvGrpSpPr/>
          <p:nvPr/>
        </p:nvGrpSpPr>
        <p:grpSpPr>
          <a:xfrm rot="0">
            <a:off x="8306168" y="2178665"/>
            <a:ext cx="695098" cy="695098"/>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99F"/>
            </a:solidFill>
          </p:spPr>
        </p:sp>
        <p:sp>
          <p:nvSpPr>
            <p:cNvPr name="TextBox 24" id="2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0406719" y="6823013"/>
            <a:ext cx="459099" cy="459099"/>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100"/>
            </a:solidFill>
          </p:spPr>
        </p:sp>
        <p:sp>
          <p:nvSpPr>
            <p:cNvPr name="TextBox 27" id="2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769216" y="9140705"/>
            <a:ext cx="405084" cy="405084"/>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6AFF"/>
            </a:solidFill>
          </p:spPr>
        </p:sp>
        <p:sp>
          <p:nvSpPr>
            <p:cNvPr name="TextBox 30" id="3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5648145" y="6043587"/>
            <a:ext cx="405084" cy="405084"/>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D69"/>
            </a:solidFill>
          </p:spPr>
        </p:sp>
        <p:sp>
          <p:nvSpPr>
            <p:cNvPr name="TextBox 33" id="3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4193277" y="3696185"/>
            <a:ext cx="4807988" cy="952833"/>
          </a:xfrm>
          <a:prstGeom prst="rect">
            <a:avLst/>
          </a:prstGeom>
        </p:spPr>
        <p:txBody>
          <a:bodyPr anchor="t" rtlCol="false" tIns="0" lIns="0" bIns="0" rIns="0">
            <a:spAutoFit/>
          </a:bodyPr>
          <a:lstStyle/>
          <a:p>
            <a:pPr algn="l" marL="0" indent="0" lvl="0">
              <a:lnSpc>
                <a:spcPts val="3528"/>
              </a:lnSpc>
              <a:spcBef>
                <a:spcPct val="0"/>
              </a:spcBef>
            </a:pPr>
            <a:r>
              <a:rPr lang="en-US" sz="4303">
                <a:solidFill>
                  <a:srgbClr val="000000"/>
                </a:solidFill>
                <a:latin typeface="Archivo Black"/>
                <a:ea typeface="Archivo Black"/>
                <a:cs typeface="Archivo Black"/>
                <a:sym typeface="Archivo Black"/>
              </a:rPr>
              <a:t>FOTOGRAFER/</a:t>
            </a:r>
          </a:p>
          <a:p>
            <a:pPr algn="l" marL="0" indent="0" lvl="0">
              <a:lnSpc>
                <a:spcPts val="3528"/>
              </a:lnSpc>
              <a:spcBef>
                <a:spcPct val="0"/>
              </a:spcBef>
            </a:pPr>
            <a:r>
              <a:rPr lang="en-US" sz="4303" u="none">
                <a:solidFill>
                  <a:srgbClr val="000000"/>
                </a:solidFill>
                <a:latin typeface="Archivo Black"/>
                <a:ea typeface="Archivo Black"/>
                <a:cs typeface="Archivo Black"/>
                <a:sym typeface="Archivo Black"/>
              </a:rPr>
              <a:t>OWNER</a:t>
            </a:r>
          </a:p>
        </p:txBody>
      </p:sp>
      <p:sp>
        <p:nvSpPr>
          <p:cNvPr name="TextBox 35" id="35"/>
          <p:cNvSpPr txBox="true"/>
          <p:nvPr/>
        </p:nvSpPr>
        <p:spPr>
          <a:xfrm rot="0">
            <a:off x="12221473" y="2236691"/>
            <a:ext cx="4889304" cy="419472"/>
          </a:xfrm>
          <a:prstGeom prst="rect">
            <a:avLst/>
          </a:prstGeom>
        </p:spPr>
        <p:txBody>
          <a:bodyPr anchor="t" rtlCol="false" tIns="0" lIns="0" bIns="0" rIns="0">
            <a:spAutoFit/>
          </a:bodyPr>
          <a:lstStyle/>
          <a:p>
            <a:pPr algn="l" marL="0" indent="0" lvl="0">
              <a:lnSpc>
                <a:spcPts val="2890"/>
              </a:lnSpc>
              <a:spcBef>
                <a:spcPct val="0"/>
              </a:spcBef>
            </a:pPr>
            <a:r>
              <a:rPr lang="en-US" sz="3524">
                <a:solidFill>
                  <a:srgbClr val="000000"/>
                </a:solidFill>
                <a:latin typeface="Archivo Black"/>
                <a:ea typeface="Archivo Black"/>
                <a:cs typeface="Archivo Black"/>
                <a:sym typeface="Archivo Black"/>
              </a:rPr>
              <a:t>ADMIN/ACOUNTING</a:t>
            </a:r>
          </a:p>
        </p:txBody>
      </p:sp>
      <p:sp>
        <p:nvSpPr>
          <p:cNvPr name="TextBox 36" id="36"/>
          <p:cNvSpPr txBox="true"/>
          <p:nvPr/>
        </p:nvSpPr>
        <p:spPr>
          <a:xfrm rot="0">
            <a:off x="12122338" y="2922562"/>
            <a:ext cx="5935633" cy="1778000"/>
          </a:xfrm>
          <a:prstGeom prst="rect">
            <a:avLst/>
          </a:prstGeom>
        </p:spPr>
        <p:txBody>
          <a:bodyPr anchor="t" rtlCol="false" tIns="0" lIns="0" bIns="0" rIns="0">
            <a:spAutoFit/>
          </a:bodyPr>
          <a:lstStyle/>
          <a:p>
            <a:pPr algn="just" marL="431801" indent="-215900" lvl="1">
              <a:lnSpc>
                <a:spcPts val="2800"/>
              </a:lnSpc>
              <a:buFont typeface="Arial"/>
              <a:buChar char="•"/>
            </a:pPr>
            <a:r>
              <a:rPr lang="en-US" sz="2000" i="true">
                <a:solidFill>
                  <a:srgbClr val="000000"/>
                </a:solidFill>
                <a:latin typeface="Poppins Light Italics"/>
                <a:ea typeface="Poppins Light Italics"/>
                <a:cs typeface="Poppins Light Italics"/>
                <a:sym typeface="Poppins Light Italics"/>
              </a:rPr>
              <a:t>Menjawab pertanyaan dari pengunjung</a:t>
            </a:r>
          </a:p>
          <a:p>
            <a:pPr algn="just" marL="431801" indent="-215900" lvl="1">
              <a:lnSpc>
                <a:spcPts val="2800"/>
              </a:lnSpc>
              <a:buFont typeface="Arial"/>
              <a:buChar char="•"/>
            </a:pPr>
            <a:r>
              <a:rPr lang="en-US" sz="2000" i="true">
                <a:solidFill>
                  <a:srgbClr val="000000"/>
                </a:solidFill>
                <a:latin typeface="Poppins Light Italics"/>
                <a:ea typeface="Poppins Light Italics"/>
                <a:cs typeface="Poppins Light Italics"/>
                <a:sym typeface="Poppins Light Italics"/>
              </a:rPr>
              <a:t>Mengelola order &amp; booking harian</a:t>
            </a:r>
          </a:p>
          <a:p>
            <a:pPr algn="just" marL="431801" indent="-215900" lvl="1">
              <a:lnSpc>
                <a:spcPts val="2800"/>
              </a:lnSpc>
              <a:buFont typeface="Arial"/>
              <a:buChar char="•"/>
            </a:pPr>
            <a:r>
              <a:rPr lang="en-US" sz="2000" i="true">
                <a:solidFill>
                  <a:srgbClr val="000000"/>
                </a:solidFill>
                <a:latin typeface="Poppins Light Italics"/>
                <a:ea typeface="Poppins Light Italics"/>
                <a:cs typeface="Poppins Light Italics"/>
                <a:sym typeface="Poppins Light Italics"/>
              </a:rPr>
              <a:t>Memastikan pembayaran dan file dikirim dengan benar</a:t>
            </a:r>
          </a:p>
          <a:p>
            <a:pPr algn="just">
              <a:lnSpc>
                <a:spcPts val="2800"/>
              </a:lnSpc>
              <a:spcBef>
                <a:spcPct val="0"/>
              </a:spcBef>
            </a:pPr>
          </a:p>
        </p:txBody>
      </p:sp>
      <p:sp>
        <p:nvSpPr>
          <p:cNvPr name="Freeform 37" id="37"/>
          <p:cNvSpPr/>
          <p:nvPr/>
        </p:nvSpPr>
        <p:spPr>
          <a:xfrm flipH="false" flipV="true" rot="-10800000">
            <a:off x="1586335" y="7084595"/>
            <a:ext cx="3158082" cy="2794903"/>
          </a:xfrm>
          <a:custGeom>
            <a:avLst/>
            <a:gdLst/>
            <a:ahLst/>
            <a:cxnLst/>
            <a:rect r="r" b="b" t="t" l="l"/>
            <a:pathLst>
              <a:path h="2794903" w="3158082">
                <a:moveTo>
                  <a:pt x="0" y="2794902"/>
                </a:moveTo>
                <a:lnTo>
                  <a:pt x="3158083" y="2794902"/>
                </a:lnTo>
                <a:lnTo>
                  <a:pt x="3158083" y="0"/>
                </a:lnTo>
                <a:lnTo>
                  <a:pt x="0" y="0"/>
                </a:lnTo>
                <a:lnTo>
                  <a:pt x="0" y="279490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8" id="38"/>
          <p:cNvGrpSpPr/>
          <p:nvPr/>
        </p:nvGrpSpPr>
        <p:grpSpPr>
          <a:xfrm rot="0">
            <a:off x="1849774" y="6807052"/>
            <a:ext cx="2631204" cy="2631194"/>
            <a:chOff x="0" y="0"/>
            <a:chExt cx="6350000" cy="6349975"/>
          </a:xfrm>
        </p:grpSpPr>
        <p:sp>
          <p:nvSpPr>
            <p:cNvPr name="Freeform 39" id="39"/>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6"/>
              <a:stretch>
                <a:fillRect l="-12371" t="0" r="-37581" b="0"/>
              </a:stretch>
            </a:blipFill>
          </p:spPr>
        </p:sp>
      </p:grpSp>
      <p:grpSp>
        <p:nvGrpSpPr>
          <p:cNvPr name="Group 40" id="40"/>
          <p:cNvGrpSpPr/>
          <p:nvPr/>
        </p:nvGrpSpPr>
        <p:grpSpPr>
          <a:xfrm rot="0">
            <a:off x="7611070" y="6459503"/>
            <a:ext cx="695098" cy="695098"/>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99F"/>
            </a:solidFill>
          </p:spPr>
        </p:sp>
        <p:sp>
          <p:nvSpPr>
            <p:cNvPr name="TextBox 42" id="42"/>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43" id="43"/>
          <p:cNvSpPr txBox="true"/>
          <p:nvPr/>
        </p:nvSpPr>
        <p:spPr>
          <a:xfrm rot="0">
            <a:off x="4744418" y="7195438"/>
            <a:ext cx="4807988" cy="508812"/>
          </a:xfrm>
          <a:prstGeom prst="rect">
            <a:avLst/>
          </a:prstGeom>
        </p:spPr>
        <p:txBody>
          <a:bodyPr anchor="t" rtlCol="false" tIns="0" lIns="0" bIns="0" rIns="0">
            <a:spAutoFit/>
          </a:bodyPr>
          <a:lstStyle/>
          <a:p>
            <a:pPr algn="l" marL="0" indent="0" lvl="0">
              <a:lnSpc>
                <a:spcPts val="3528"/>
              </a:lnSpc>
              <a:spcBef>
                <a:spcPct val="0"/>
              </a:spcBef>
            </a:pPr>
            <a:r>
              <a:rPr lang="en-US" sz="4303">
                <a:solidFill>
                  <a:srgbClr val="000000"/>
                </a:solidFill>
                <a:latin typeface="Archivo Black"/>
                <a:ea typeface="Archivo Black"/>
                <a:cs typeface="Archivo Black"/>
                <a:sym typeface="Archivo Black"/>
              </a:rPr>
              <a:t>IT TEAM</a:t>
            </a:r>
          </a:p>
        </p:txBody>
      </p:sp>
      <p:sp>
        <p:nvSpPr>
          <p:cNvPr name="TextBox 44" id="44"/>
          <p:cNvSpPr txBox="true"/>
          <p:nvPr/>
        </p:nvSpPr>
        <p:spPr>
          <a:xfrm rot="0">
            <a:off x="4744418" y="7885225"/>
            <a:ext cx="5935633" cy="2130425"/>
          </a:xfrm>
          <a:prstGeom prst="rect">
            <a:avLst/>
          </a:prstGeom>
        </p:spPr>
        <p:txBody>
          <a:bodyPr anchor="t" rtlCol="false" tIns="0" lIns="0" bIns="0" rIns="0">
            <a:spAutoFit/>
          </a:bodyPr>
          <a:lstStyle/>
          <a:p>
            <a:pPr algn="just" marL="431801" indent="-215900" lvl="1">
              <a:lnSpc>
                <a:spcPts val="2800"/>
              </a:lnSpc>
              <a:buFont typeface="Arial"/>
              <a:buChar char="•"/>
            </a:pPr>
            <a:r>
              <a:rPr lang="en-US" sz="2000" i="true">
                <a:solidFill>
                  <a:srgbClr val="000000"/>
                </a:solidFill>
                <a:latin typeface="Poppins Light Italics"/>
                <a:ea typeface="Poppins Light Italics"/>
                <a:cs typeface="Poppins Light Italics"/>
                <a:sym typeface="Poppins Light Italics"/>
              </a:rPr>
              <a:t>Membangun tampilan website dengan HTML, CSS, JavaScript</a:t>
            </a:r>
          </a:p>
          <a:p>
            <a:pPr algn="just" marL="431801" indent="-215900" lvl="1">
              <a:lnSpc>
                <a:spcPts val="2800"/>
              </a:lnSpc>
              <a:buFont typeface="Arial"/>
              <a:buChar char="•"/>
            </a:pPr>
            <a:r>
              <a:rPr lang="en-US" sz="2000" i="true">
                <a:solidFill>
                  <a:srgbClr val="000000"/>
                </a:solidFill>
                <a:latin typeface="Poppins Light Italics"/>
                <a:ea typeface="Poppins Light Italics"/>
                <a:cs typeface="Poppins Light Italics"/>
                <a:sym typeface="Poppins Light Italics"/>
              </a:rPr>
              <a:t>Mengimplementasikan desain dari UI/UX</a:t>
            </a:r>
          </a:p>
          <a:p>
            <a:pPr algn="just" marL="431801" indent="-215900" lvl="1">
              <a:lnSpc>
                <a:spcPts val="2800"/>
              </a:lnSpc>
              <a:buFont typeface="Arial"/>
              <a:buChar char="•"/>
            </a:pPr>
            <a:r>
              <a:rPr lang="en-US" sz="2000" i="true">
                <a:solidFill>
                  <a:srgbClr val="000000"/>
                </a:solidFill>
                <a:latin typeface="Poppins Light Italics"/>
                <a:ea typeface="Poppins Light Italics"/>
                <a:cs typeface="Poppins Light Italics"/>
                <a:sym typeface="Poppins Light Italics"/>
              </a:rPr>
              <a:t>Membuat website responsif di berbagai perangkat</a:t>
            </a:r>
          </a:p>
          <a:p>
            <a:pPr algn="just">
              <a:lnSpc>
                <a:spcPts val="2800"/>
              </a:lnSpc>
              <a:spcBef>
                <a:spcPct val="0"/>
              </a:spcBef>
            </a:pPr>
          </a:p>
        </p:txBody>
      </p:sp>
      <p:sp>
        <p:nvSpPr>
          <p:cNvPr name="TextBox 45" id="45"/>
          <p:cNvSpPr txBox="true"/>
          <p:nvPr/>
        </p:nvSpPr>
        <p:spPr>
          <a:xfrm rot="0">
            <a:off x="10865819" y="7929813"/>
            <a:ext cx="5935633" cy="2482850"/>
          </a:xfrm>
          <a:prstGeom prst="rect">
            <a:avLst/>
          </a:prstGeom>
        </p:spPr>
        <p:txBody>
          <a:bodyPr anchor="t" rtlCol="false" tIns="0" lIns="0" bIns="0" rIns="0">
            <a:spAutoFit/>
          </a:bodyPr>
          <a:lstStyle/>
          <a:p>
            <a:pPr algn="just" marL="431801" indent="-215900" lvl="1">
              <a:lnSpc>
                <a:spcPts val="2800"/>
              </a:lnSpc>
              <a:buFont typeface="Arial"/>
              <a:buChar char="•"/>
            </a:pPr>
            <a:r>
              <a:rPr lang="en-US" sz="2000" i="true">
                <a:solidFill>
                  <a:srgbClr val="000000"/>
                </a:solidFill>
                <a:latin typeface="Poppins Light Italics"/>
                <a:ea typeface="Poppins Light Italics"/>
                <a:cs typeface="Poppins Light Italics"/>
                <a:sym typeface="Poppins Light Italics"/>
              </a:rPr>
              <a:t>Membangun logika server, database, dan fitur dinamis</a:t>
            </a:r>
          </a:p>
          <a:p>
            <a:pPr algn="just" marL="431801" indent="-215900" lvl="1">
              <a:lnSpc>
                <a:spcPts val="2800"/>
              </a:lnSpc>
              <a:buFont typeface="Arial"/>
              <a:buChar char="•"/>
            </a:pPr>
            <a:r>
              <a:rPr lang="en-US" sz="2000" i="true">
                <a:solidFill>
                  <a:srgbClr val="000000"/>
                </a:solidFill>
                <a:latin typeface="Poppins Light Italics"/>
                <a:ea typeface="Poppins Light Italics"/>
                <a:cs typeface="Poppins Light Italics"/>
                <a:sym typeface="Poppins Light Italics"/>
              </a:rPr>
              <a:t>Menghubungkan sistem pembayaran dan booking</a:t>
            </a:r>
          </a:p>
          <a:p>
            <a:pPr algn="just" marL="431801" indent="-215900" lvl="1">
              <a:lnSpc>
                <a:spcPts val="2800"/>
              </a:lnSpc>
              <a:buFont typeface="Arial"/>
              <a:buChar char="•"/>
            </a:pPr>
            <a:r>
              <a:rPr lang="en-US" sz="2000" i="true">
                <a:solidFill>
                  <a:srgbClr val="000000"/>
                </a:solidFill>
                <a:latin typeface="Poppins Light Italics"/>
                <a:ea typeface="Poppins Light Italics"/>
                <a:cs typeface="Poppins Light Italics"/>
                <a:sym typeface="Poppins Light Italics"/>
              </a:rPr>
              <a:t>Menangani upload file, login, dan pengiriman otomatis</a:t>
            </a:r>
          </a:p>
          <a:p>
            <a:pPr algn="just">
              <a:lnSpc>
                <a:spcPts val="2800"/>
              </a:lnSpc>
              <a:spcBef>
                <a:spcPct val="0"/>
              </a:spcBef>
            </a:pPr>
          </a:p>
        </p:txBody>
      </p:sp>
    </p:spTree>
  </p:cSld>
  <p:clrMapOvr>
    <a:masterClrMapping/>
  </p:clrMapOvr>
  <p:transition spd="fast">
    <p:cover dir="l"/>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87744" y="-283567"/>
            <a:ext cx="18663487" cy="1061453"/>
            <a:chOff x="0" y="0"/>
            <a:chExt cx="4915486" cy="279560"/>
          </a:xfrm>
        </p:grpSpPr>
        <p:sp>
          <p:nvSpPr>
            <p:cNvPr name="Freeform 4" id="4"/>
            <p:cNvSpPr/>
            <p:nvPr/>
          </p:nvSpPr>
          <p:spPr>
            <a:xfrm flipH="false" flipV="false" rot="0">
              <a:off x="0" y="0"/>
              <a:ext cx="4915486" cy="279560"/>
            </a:xfrm>
            <a:custGeom>
              <a:avLst/>
              <a:gdLst/>
              <a:ahLst/>
              <a:cxnLst/>
              <a:rect r="r" b="b" t="t" l="l"/>
              <a:pathLst>
                <a:path h="279560" w="4915486">
                  <a:moveTo>
                    <a:pt x="0" y="0"/>
                  </a:moveTo>
                  <a:lnTo>
                    <a:pt x="4915486" y="0"/>
                  </a:lnTo>
                  <a:lnTo>
                    <a:pt x="4915486" y="279560"/>
                  </a:lnTo>
                  <a:lnTo>
                    <a:pt x="0" y="279560"/>
                  </a:lnTo>
                  <a:close/>
                </a:path>
              </a:pathLst>
            </a:custGeom>
            <a:solidFill>
              <a:srgbClr val="4E6AFF"/>
            </a:solidFill>
          </p:spPr>
        </p:sp>
        <p:sp>
          <p:nvSpPr>
            <p:cNvPr name="TextBox 5" id="5"/>
            <p:cNvSpPr txBox="true"/>
            <p:nvPr/>
          </p:nvSpPr>
          <p:spPr>
            <a:xfrm>
              <a:off x="0" y="-57150"/>
              <a:ext cx="4915486" cy="33671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6053230" y="247159"/>
            <a:ext cx="297045" cy="29704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507742" y="247159"/>
            <a:ext cx="297045" cy="29704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6962255" y="247159"/>
            <a:ext cx="297045" cy="29704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729033" y="2073900"/>
            <a:ext cx="6824871" cy="6824871"/>
          </a:xfrm>
          <a:custGeom>
            <a:avLst/>
            <a:gdLst/>
            <a:ahLst/>
            <a:cxnLst/>
            <a:rect r="r" b="b" t="t" l="l"/>
            <a:pathLst>
              <a:path h="6824871" w="6824871">
                <a:moveTo>
                  <a:pt x="0" y="0"/>
                </a:moveTo>
                <a:lnTo>
                  <a:pt x="6824871" y="0"/>
                </a:lnTo>
                <a:lnTo>
                  <a:pt x="6824871" y="6824871"/>
                </a:lnTo>
                <a:lnTo>
                  <a:pt x="0" y="68248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168189" y="2240658"/>
            <a:ext cx="6491354" cy="649135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6AFF"/>
            </a:solidFill>
          </p:spPr>
        </p:sp>
        <p:sp>
          <p:nvSpPr>
            <p:cNvPr name="TextBox 18" id="18"/>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65243" y="2240658"/>
            <a:ext cx="6491380" cy="6491354"/>
            <a:chOff x="0" y="0"/>
            <a:chExt cx="6350000" cy="6349975"/>
          </a:xfrm>
        </p:grpSpPr>
        <p:sp>
          <p:nvSpPr>
            <p:cNvPr name="Freeform 20" id="20"/>
            <p:cNvSpPr/>
            <p:nvPr/>
          </p:nvSpPr>
          <p:spPr>
            <a:xfrm flipH="true" flipV="false" rot="0">
              <a:off x="0" y="0"/>
              <a:ext cx="6350000" cy="6349975"/>
            </a:xfrm>
            <a:custGeom>
              <a:avLst/>
              <a:gdLst/>
              <a:ahLst/>
              <a:cxnLst/>
              <a:rect r="r" b="b" t="t" l="l"/>
              <a:pathLst>
                <a:path h="6349975" w="6350000">
                  <a:moveTo>
                    <a:pt x="0" y="3175025"/>
                  </a:moveTo>
                  <a:cubicBezTo>
                    <a:pt x="0" y="4928451"/>
                    <a:pt x="1421524" y="6349975"/>
                    <a:pt x="3175000" y="6349975"/>
                  </a:cubicBezTo>
                  <a:cubicBezTo>
                    <a:pt x="4928502" y="6349975"/>
                    <a:pt x="6350000" y="4928451"/>
                    <a:pt x="6350000" y="3175025"/>
                  </a:cubicBezTo>
                  <a:cubicBezTo>
                    <a:pt x="6350000" y="1421511"/>
                    <a:pt x="4928502" y="0"/>
                    <a:pt x="3175000" y="0"/>
                  </a:cubicBezTo>
                  <a:cubicBezTo>
                    <a:pt x="1421498" y="0"/>
                    <a:pt x="0" y="1421511"/>
                    <a:pt x="0" y="3175025"/>
                  </a:cubicBezTo>
                  <a:close/>
                </a:path>
              </a:pathLst>
            </a:custGeom>
            <a:blipFill>
              <a:blip r:embed="rId5"/>
              <a:stretch>
                <a:fillRect l="-44550" t="0" r="-51047" b="0"/>
              </a:stretch>
            </a:blipFill>
          </p:spPr>
        </p:sp>
      </p:grpSp>
      <p:grpSp>
        <p:nvGrpSpPr>
          <p:cNvPr name="Group 21" id="21"/>
          <p:cNvGrpSpPr/>
          <p:nvPr/>
        </p:nvGrpSpPr>
        <p:grpSpPr>
          <a:xfrm rot="0">
            <a:off x="7809074" y="1726351"/>
            <a:ext cx="695098" cy="695098"/>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99F"/>
            </a:solidFill>
          </p:spPr>
        </p:sp>
        <p:sp>
          <p:nvSpPr>
            <p:cNvPr name="TextBox 23" id="2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5594130" y="8911155"/>
            <a:ext cx="459099" cy="459099"/>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100"/>
            </a:solidFill>
          </p:spPr>
        </p:sp>
        <p:sp>
          <p:nvSpPr>
            <p:cNvPr name="TextBox 26" id="26"/>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769216" y="9140705"/>
            <a:ext cx="405084" cy="405084"/>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6AFF"/>
            </a:solidFill>
          </p:spPr>
        </p:sp>
        <p:sp>
          <p:nvSpPr>
            <p:cNvPr name="TextBox 29" id="29"/>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7607527" y="3969569"/>
            <a:ext cx="405084" cy="405084"/>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D69"/>
            </a:solidFill>
          </p:spPr>
        </p:sp>
        <p:sp>
          <p:nvSpPr>
            <p:cNvPr name="TextBox 32" id="32"/>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33" id="33"/>
          <p:cNvSpPr txBox="true"/>
          <p:nvPr/>
        </p:nvSpPr>
        <p:spPr>
          <a:xfrm rot="0">
            <a:off x="11670073" y="5067920"/>
            <a:ext cx="4509049" cy="349250"/>
          </a:xfrm>
          <a:prstGeom prst="rect">
            <a:avLst/>
          </a:prstGeom>
        </p:spPr>
        <p:txBody>
          <a:bodyPr anchor="t" rtlCol="false" tIns="0" lIns="0" bIns="0" rIns="0">
            <a:spAutoFit/>
          </a:bodyPr>
          <a:lstStyle/>
          <a:p>
            <a:pPr algn="l" marL="0" indent="0" lvl="0">
              <a:lnSpc>
                <a:spcPts val="2499"/>
              </a:lnSpc>
              <a:spcBef>
                <a:spcPct val="0"/>
              </a:spcBef>
            </a:pPr>
            <a:r>
              <a:rPr lang="en-US" sz="2499">
                <a:solidFill>
                  <a:srgbClr val="000000"/>
                </a:solidFill>
                <a:latin typeface="Poppins Light"/>
                <a:ea typeface="Poppins Light"/>
                <a:cs typeface="Poppins Light"/>
                <a:sym typeface="Poppins Light"/>
              </a:rPr>
              <a:t>ruko cemara A3 , sagulung.</a:t>
            </a:r>
          </a:p>
        </p:txBody>
      </p:sp>
      <p:sp>
        <p:nvSpPr>
          <p:cNvPr name="TextBox 34" id="34"/>
          <p:cNvSpPr txBox="true"/>
          <p:nvPr/>
        </p:nvSpPr>
        <p:spPr>
          <a:xfrm rot="0">
            <a:off x="9420679" y="4200686"/>
            <a:ext cx="1855872" cy="349250"/>
          </a:xfrm>
          <a:prstGeom prst="rect">
            <a:avLst/>
          </a:prstGeom>
        </p:spPr>
        <p:txBody>
          <a:bodyPr anchor="t" rtlCol="false" tIns="0" lIns="0" bIns="0" rIns="0">
            <a:spAutoFit/>
          </a:bodyPr>
          <a:lstStyle/>
          <a:p>
            <a:pPr algn="l">
              <a:lnSpc>
                <a:spcPts val="2499"/>
              </a:lnSpc>
              <a:spcBef>
                <a:spcPct val="0"/>
              </a:spcBef>
            </a:pPr>
            <a:r>
              <a:rPr lang="en-US" b="true" sz="2499">
                <a:solidFill>
                  <a:srgbClr val="000000"/>
                </a:solidFill>
                <a:latin typeface="Poppins Bold"/>
                <a:ea typeface="Poppins Bold"/>
                <a:cs typeface="Poppins Bold"/>
                <a:sym typeface="Poppins Bold"/>
              </a:rPr>
              <a:t>EMAIL US</a:t>
            </a:r>
          </a:p>
        </p:txBody>
      </p:sp>
      <p:sp>
        <p:nvSpPr>
          <p:cNvPr name="TextBox 35" id="35"/>
          <p:cNvSpPr txBox="true"/>
          <p:nvPr/>
        </p:nvSpPr>
        <p:spPr>
          <a:xfrm rot="0">
            <a:off x="9420679" y="5067920"/>
            <a:ext cx="1378715" cy="349250"/>
          </a:xfrm>
          <a:prstGeom prst="rect">
            <a:avLst/>
          </a:prstGeom>
        </p:spPr>
        <p:txBody>
          <a:bodyPr anchor="t" rtlCol="false" tIns="0" lIns="0" bIns="0" rIns="0">
            <a:spAutoFit/>
          </a:bodyPr>
          <a:lstStyle/>
          <a:p>
            <a:pPr algn="l">
              <a:lnSpc>
                <a:spcPts val="2499"/>
              </a:lnSpc>
              <a:spcBef>
                <a:spcPct val="0"/>
              </a:spcBef>
            </a:pPr>
            <a:r>
              <a:rPr lang="en-US" b="true" sz="2499">
                <a:solidFill>
                  <a:srgbClr val="000000"/>
                </a:solidFill>
                <a:latin typeface="Poppins Bold"/>
                <a:ea typeface="Poppins Bold"/>
                <a:cs typeface="Poppins Bold"/>
                <a:sym typeface="Poppins Bold"/>
              </a:rPr>
              <a:t>VISIT US</a:t>
            </a:r>
          </a:p>
        </p:txBody>
      </p:sp>
      <p:sp>
        <p:nvSpPr>
          <p:cNvPr name="TextBox 36" id="36"/>
          <p:cNvSpPr txBox="true"/>
          <p:nvPr/>
        </p:nvSpPr>
        <p:spPr>
          <a:xfrm rot="0">
            <a:off x="9420679" y="5930256"/>
            <a:ext cx="1378715" cy="349250"/>
          </a:xfrm>
          <a:prstGeom prst="rect">
            <a:avLst/>
          </a:prstGeom>
        </p:spPr>
        <p:txBody>
          <a:bodyPr anchor="t" rtlCol="false" tIns="0" lIns="0" bIns="0" rIns="0">
            <a:spAutoFit/>
          </a:bodyPr>
          <a:lstStyle/>
          <a:p>
            <a:pPr algn="l">
              <a:lnSpc>
                <a:spcPts val="2499"/>
              </a:lnSpc>
              <a:spcBef>
                <a:spcPct val="0"/>
              </a:spcBef>
            </a:pPr>
            <a:r>
              <a:rPr lang="en-US" b="true" sz="2499">
                <a:solidFill>
                  <a:srgbClr val="000000"/>
                </a:solidFill>
                <a:latin typeface="Poppins Bold"/>
                <a:ea typeface="Poppins Bold"/>
                <a:cs typeface="Poppins Bold"/>
                <a:sym typeface="Poppins Bold"/>
              </a:rPr>
              <a:t>CALL US</a:t>
            </a:r>
          </a:p>
        </p:txBody>
      </p:sp>
      <p:sp>
        <p:nvSpPr>
          <p:cNvPr name="TextBox 37" id="37"/>
          <p:cNvSpPr txBox="true"/>
          <p:nvPr/>
        </p:nvSpPr>
        <p:spPr>
          <a:xfrm rot="0">
            <a:off x="11670073" y="4200686"/>
            <a:ext cx="4509049" cy="349250"/>
          </a:xfrm>
          <a:prstGeom prst="rect">
            <a:avLst/>
          </a:prstGeom>
        </p:spPr>
        <p:txBody>
          <a:bodyPr anchor="t" rtlCol="false" tIns="0" lIns="0" bIns="0" rIns="0">
            <a:spAutoFit/>
          </a:bodyPr>
          <a:lstStyle/>
          <a:p>
            <a:pPr algn="l">
              <a:lnSpc>
                <a:spcPts val="2499"/>
              </a:lnSpc>
              <a:spcBef>
                <a:spcPct val="0"/>
              </a:spcBef>
            </a:pPr>
            <a:r>
              <a:rPr lang="en-US" sz="2499">
                <a:solidFill>
                  <a:srgbClr val="000000"/>
                </a:solidFill>
                <a:latin typeface="Poppins Light"/>
                <a:ea typeface="Poppins Light"/>
                <a:cs typeface="Poppins Light"/>
                <a:sym typeface="Poppins Light"/>
              </a:rPr>
              <a:t>hans.studio@gmail.com</a:t>
            </a:r>
          </a:p>
        </p:txBody>
      </p:sp>
      <p:sp>
        <p:nvSpPr>
          <p:cNvPr name="TextBox 38" id="38"/>
          <p:cNvSpPr txBox="true"/>
          <p:nvPr/>
        </p:nvSpPr>
        <p:spPr>
          <a:xfrm rot="0">
            <a:off x="11670073" y="5732875"/>
            <a:ext cx="4509049" cy="390525"/>
          </a:xfrm>
          <a:prstGeom prst="rect">
            <a:avLst/>
          </a:prstGeom>
        </p:spPr>
        <p:txBody>
          <a:bodyPr anchor="t" rtlCol="false" tIns="0" lIns="0" bIns="0" rIns="0">
            <a:spAutoFit/>
          </a:bodyPr>
          <a:lstStyle/>
          <a:p>
            <a:pPr algn="l">
              <a:lnSpc>
                <a:spcPts val="2999"/>
              </a:lnSpc>
            </a:pPr>
            <a:r>
              <a:rPr lang="en-US" sz="2499">
                <a:solidFill>
                  <a:srgbClr val="000000"/>
                </a:solidFill>
                <a:latin typeface="Poppins Light"/>
                <a:ea typeface="Poppins Light"/>
                <a:cs typeface="Poppins Light"/>
                <a:sym typeface="Poppins Light"/>
              </a:rPr>
              <a:t>+6281234567</a:t>
            </a:r>
          </a:p>
        </p:txBody>
      </p:sp>
      <p:sp>
        <p:nvSpPr>
          <p:cNvPr name="TextBox 39" id="39"/>
          <p:cNvSpPr txBox="true"/>
          <p:nvPr/>
        </p:nvSpPr>
        <p:spPr>
          <a:xfrm rot="0">
            <a:off x="11670073" y="6595211"/>
            <a:ext cx="4509049" cy="390525"/>
          </a:xfrm>
          <a:prstGeom prst="rect">
            <a:avLst/>
          </a:prstGeom>
        </p:spPr>
        <p:txBody>
          <a:bodyPr anchor="t" rtlCol="false" tIns="0" lIns="0" bIns="0" rIns="0">
            <a:spAutoFit/>
          </a:bodyPr>
          <a:lstStyle/>
          <a:p>
            <a:pPr algn="l">
              <a:lnSpc>
                <a:spcPts val="2999"/>
              </a:lnSpc>
            </a:pPr>
            <a:r>
              <a:rPr lang="en-US" sz="2499">
                <a:solidFill>
                  <a:srgbClr val="000000"/>
                </a:solidFill>
                <a:latin typeface="Poppins"/>
                <a:ea typeface="Poppins"/>
                <a:cs typeface="Poppins"/>
                <a:sym typeface="Poppins"/>
              </a:rPr>
              <a:t>www.hans.studio.com</a:t>
            </a:r>
          </a:p>
        </p:txBody>
      </p:sp>
      <p:sp>
        <p:nvSpPr>
          <p:cNvPr name="TextBox 40" id="40"/>
          <p:cNvSpPr txBox="true"/>
          <p:nvPr/>
        </p:nvSpPr>
        <p:spPr>
          <a:xfrm rot="0">
            <a:off x="9420679" y="6722902"/>
            <a:ext cx="1855872" cy="663575"/>
          </a:xfrm>
          <a:prstGeom prst="rect">
            <a:avLst/>
          </a:prstGeom>
        </p:spPr>
        <p:txBody>
          <a:bodyPr anchor="t" rtlCol="false" tIns="0" lIns="0" bIns="0" rIns="0">
            <a:spAutoFit/>
          </a:bodyPr>
          <a:lstStyle/>
          <a:p>
            <a:pPr algn="l">
              <a:lnSpc>
                <a:spcPts val="2499"/>
              </a:lnSpc>
              <a:spcBef>
                <a:spcPct val="0"/>
              </a:spcBef>
            </a:pPr>
            <a:r>
              <a:rPr lang="en-US" b="true" sz="2499">
                <a:solidFill>
                  <a:srgbClr val="000000"/>
                </a:solidFill>
                <a:latin typeface="Poppins Bold"/>
                <a:ea typeface="Poppins Bold"/>
                <a:cs typeface="Poppins Bold"/>
                <a:sym typeface="Poppins Bold"/>
              </a:rPr>
              <a:t>CONNECT WITH US</a:t>
            </a:r>
          </a:p>
        </p:txBody>
      </p:sp>
      <p:sp>
        <p:nvSpPr>
          <p:cNvPr name="TextBox 41" id="41"/>
          <p:cNvSpPr txBox="true"/>
          <p:nvPr/>
        </p:nvSpPr>
        <p:spPr>
          <a:xfrm rot="0">
            <a:off x="9420679" y="3109020"/>
            <a:ext cx="6130567" cy="812800"/>
          </a:xfrm>
          <a:prstGeom prst="rect">
            <a:avLst/>
          </a:prstGeom>
        </p:spPr>
        <p:txBody>
          <a:bodyPr anchor="t" rtlCol="false" tIns="0" lIns="0" bIns="0" rIns="0">
            <a:spAutoFit/>
          </a:bodyPr>
          <a:lstStyle/>
          <a:p>
            <a:pPr algn="l" marL="0" indent="0" lvl="0">
              <a:lnSpc>
                <a:spcPts val="5600"/>
              </a:lnSpc>
            </a:pPr>
            <a:r>
              <a:rPr lang="en-US" sz="7000" i="true">
                <a:solidFill>
                  <a:srgbClr val="4E6AFF"/>
                </a:solidFill>
                <a:latin typeface="Archivo Black"/>
                <a:ea typeface="Archivo Black"/>
                <a:cs typeface="Archivo Black"/>
                <a:sym typeface="Archivo Black"/>
              </a:rPr>
              <a:t>Contact us</a:t>
            </a:r>
          </a:p>
        </p:txBody>
      </p:sp>
      <p:sp>
        <p:nvSpPr>
          <p:cNvPr name="TextBox 42" id="4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11</a:t>
            </a:r>
          </a:p>
        </p:txBody>
      </p:sp>
    </p:spTree>
  </p:cSld>
  <p:clrMapOvr>
    <a:masterClrMapping/>
  </p:clrMapOvr>
  <p:transition spd="fast">
    <p:cover dir="u"/>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7744" y="-283567"/>
            <a:ext cx="18663487" cy="1061453"/>
            <a:chOff x="0" y="0"/>
            <a:chExt cx="4915486" cy="279560"/>
          </a:xfrm>
        </p:grpSpPr>
        <p:sp>
          <p:nvSpPr>
            <p:cNvPr name="Freeform 3" id="3"/>
            <p:cNvSpPr/>
            <p:nvPr/>
          </p:nvSpPr>
          <p:spPr>
            <a:xfrm flipH="false" flipV="false" rot="0">
              <a:off x="0" y="0"/>
              <a:ext cx="4915486" cy="279560"/>
            </a:xfrm>
            <a:custGeom>
              <a:avLst/>
              <a:gdLst/>
              <a:ahLst/>
              <a:cxnLst/>
              <a:rect r="r" b="b" t="t" l="l"/>
              <a:pathLst>
                <a:path h="279560" w="4915486">
                  <a:moveTo>
                    <a:pt x="0" y="0"/>
                  </a:moveTo>
                  <a:lnTo>
                    <a:pt x="4915486" y="0"/>
                  </a:lnTo>
                  <a:lnTo>
                    <a:pt x="4915486" y="279560"/>
                  </a:lnTo>
                  <a:lnTo>
                    <a:pt x="0" y="279560"/>
                  </a:lnTo>
                  <a:close/>
                </a:path>
              </a:pathLst>
            </a:custGeom>
            <a:solidFill>
              <a:srgbClr val="4E6AFF"/>
            </a:solidFill>
          </p:spPr>
        </p:sp>
        <p:sp>
          <p:nvSpPr>
            <p:cNvPr name="TextBox 4" id="4"/>
            <p:cNvSpPr txBox="true"/>
            <p:nvPr/>
          </p:nvSpPr>
          <p:spPr>
            <a:xfrm>
              <a:off x="0" y="-57150"/>
              <a:ext cx="4915486" cy="33671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053230" y="247159"/>
            <a:ext cx="297045" cy="29704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6507742" y="247159"/>
            <a:ext cx="297045" cy="29704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962255" y="247159"/>
            <a:ext cx="297045" cy="29704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5400000">
            <a:off x="8722681" y="1901172"/>
            <a:ext cx="7327295" cy="6484656"/>
          </a:xfrm>
          <a:custGeom>
            <a:avLst/>
            <a:gdLst/>
            <a:ahLst/>
            <a:cxnLst/>
            <a:rect r="r" b="b" t="t" l="l"/>
            <a:pathLst>
              <a:path h="6484656" w="7327295">
                <a:moveTo>
                  <a:pt x="0" y="0"/>
                </a:moveTo>
                <a:lnTo>
                  <a:pt x="7327294" y="0"/>
                </a:lnTo>
                <a:lnTo>
                  <a:pt x="7327294" y="6484656"/>
                </a:lnTo>
                <a:lnTo>
                  <a:pt x="0" y="6484656"/>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true" flipV="true" rot="5400000">
            <a:off x="2238025" y="1901172"/>
            <a:ext cx="7327295" cy="6484656"/>
          </a:xfrm>
          <a:custGeom>
            <a:avLst/>
            <a:gdLst/>
            <a:ahLst/>
            <a:cxnLst/>
            <a:rect r="r" b="b" t="t" l="l"/>
            <a:pathLst>
              <a:path h="6484656" w="7327295">
                <a:moveTo>
                  <a:pt x="7327294" y="6484656"/>
                </a:moveTo>
                <a:lnTo>
                  <a:pt x="0" y="6484656"/>
                </a:lnTo>
                <a:lnTo>
                  <a:pt x="0" y="0"/>
                </a:lnTo>
                <a:lnTo>
                  <a:pt x="7327294" y="0"/>
                </a:lnTo>
                <a:lnTo>
                  <a:pt x="7327294" y="6484656"/>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3530025" y="4635631"/>
            <a:ext cx="11227950" cy="1444364"/>
          </a:xfrm>
          <a:prstGeom prst="rect">
            <a:avLst/>
          </a:prstGeom>
        </p:spPr>
        <p:txBody>
          <a:bodyPr anchor="t" rtlCol="false" tIns="0" lIns="0" bIns="0" rIns="0">
            <a:spAutoFit/>
          </a:bodyPr>
          <a:lstStyle/>
          <a:p>
            <a:pPr algn="ctr" marL="0" indent="0" lvl="0">
              <a:lnSpc>
                <a:spcPts val="10141"/>
              </a:lnSpc>
              <a:spcBef>
                <a:spcPct val="0"/>
              </a:spcBef>
            </a:pPr>
            <a:r>
              <a:rPr lang="en-US" sz="12367">
                <a:solidFill>
                  <a:srgbClr val="4E6AFF"/>
                </a:solidFill>
                <a:latin typeface="Archivo Black"/>
                <a:ea typeface="Archivo Black"/>
                <a:cs typeface="Archivo Black"/>
                <a:sym typeface="Archivo Black"/>
              </a:rPr>
              <a:t>THANK YOU</a:t>
            </a:r>
          </a:p>
        </p:txBody>
      </p:sp>
      <p:sp>
        <p:nvSpPr>
          <p:cNvPr name="TextBox 17" id="17"/>
          <p:cNvSpPr txBox="true"/>
          <p:nvPr/>
        </p:nvSpPr>
        <p:spPr>
          <a:xfrm rot="0">
            <a:off x="4782657" y="5717526"/>
            <a:ext cx="8722686" cy="542925"/>
          </a:xfrm>
          <a:prstGeom prst="rect">
            <a:avLst/>
          </a:prstGeom>
        </p:spPr>
        <p:txBody>
          <a:bodyPr anchor="t" rtlCol="false" tIns="0" lIns="0" bIns="0" rIns="0">
            <a:spAutoFit/>
          </a:bodyPr>
          <a:lstStyle/>
          <a:p>
            <a:pPr algn="ctr">
              <a:lnSpc>
                <a:spcPts val="4200"/>
              </a:lnSpc>
              <a:spcBef>
                <a:spcPct val="0"/>
              </a:spcBef>
            </a:pPr>
            <a:r>
              <a:rPr lang="en-US" sz="3000" spc="1176">
                <a:solidFill>
                  <a:srgbClr val="000000"/>
                </a:solidFill>
                <a:latin typeface="Poppins"/>
                <a:ea typeface="Poppins"/>
                <a:cs typeface="Poppins"/>
                <a:sym typeface="Poppins"/>
              </a:rPr>
              <a:t>FOR YOUR ATTENTION</a:t>
            </a:r>
          </a:p>
        </p:txBody>
      </p:sp>
      <p:sp>
        <p:nvSpPr>
          <p:cNvPr name="TextBox 18" id="1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12</a:t>
            </a:r>
          </a:p>
        </p:txBody>
      </p:sp>
    </p:spTree>
  </p:cSld>
  <p:clrMapOvr>
    <a:masterClrMapping/>
  </p:clrMapOvr>
  <p:transition spd="fast">
    <p:cover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DAGmHHD5cOU</dc:identifier>
  <dcterms:modified xsi:type="dcterms:W3CDTF">2011-08-01T06:04:30Z</dcterms:modified>
  <cp:revision>1</cp:revision>
  <dc:title>fotografi</dc:title>
</cp:coreProperties>
</file>